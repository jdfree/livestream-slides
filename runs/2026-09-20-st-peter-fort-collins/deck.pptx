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210895509" r:id="rId1"/>
    <p:sldMasterId id="2210895512" r:id="rId2"/>
  </p:sldMasterIdLst>
  <p:notesMasterIdLst>
    <p:notesMasterId r:id="rId89"/>
  </p:notesMasterIdLst>
  <p:sldIdLst>
    <p:sldId id="80138901" r:id="rId3"/>
    <p:sldId id="9564560" r:id="rId4"/>
    <p:sldId id="9601280" r:id="rId5"/>
    <p:sldId id="9601400" r:id="rId6"/>
    <p:sldId id="9601520" r:id="rId7"/>
    <p:sldId id="63412360" r:id="rId8"/>
    <p:sldId id="63412440" r:id="rId9"/>
    <p:sldId id="63412520" r:id="rId10"/>
    <p:sldId id="63412600" r:id="rId11"/>
    <p:sldId id="38187820" r:id="rId12"/>
    <p:sldId id="38200120" r:id="rId13"/>
    <p:sldId id="38200200" r:id="rId14"/>
    <p:sldId id="38200320" r:id="rId15"/>
    <p:sldId id="38241920" r:id="rId16"/>
    <p:sldId id="38242060" r:id="rId17"/>
    <p:sldId id="38242200" r:id="rId18"/>
    <p:sldId id="38242340" r:id="rId19"/>
    <p:sldId id="63413000" r:id="rId20"/>
    <p:sldId id="63413080" r:id="rId21"/>
    <p:sldId id="9656780" r:id="rId22"/>
    <p:sldId id="80314410" r:id="rId23"/>
    <p:sldId id="17191120" r:id="rId24"/>
    <p:sldId id="80314411" r:id="rId25"/>
    <p:sldId id="80314412" r:id="rId26"/>
    <p:sldId id="80314413" r:id="rId27"/>
    <p:sldId id="80314414" r:id="rId28"/>
    <p:sldId id="80314415" r:id="rId29"/>
    <p:sldId id="80230888" r:id="rId30"/>
    <p:sldId id="9661880" r:id="rId31"/>
    <p:sldId id="80230890" r:id="rId32"/>
    <p:sldId id="9669620" r:id="rId33"/>
    <p:sldId id="9669700" r:id="rId34"/>
    <p:sldId id="9669780" r:id="rId35"/>
    <p:sldId id="80138903" r:id="rId36"/>
    <p:sldId id="9669920" r:id="rId37"/>
    <p:sldId id="9728620" r:id="rId38"/>
    <p:sldId id="9728760" r:id="rId39"/>
    <p:sldId id="63416560" r:id="rId40"/>
    <p:sldId id="9728900" r:id="rId41"/>
    <p:sldId id="9729040" r:id="rId42"/>
    <p:sldId id="63416620" r:id="rId43"/>
    <p:sldId id="63416700" r:id="rId44"/>
    <p:sldId id="63416780" r:id="rId45"/>
    <p:sldId id="63416860" r:id="rId46"/>
    <p:sldId id="63416940" r:id="rId47"/>
    <p:sldId id="80230862" r:id="rId48"/>
    <p:sldId id="80314417" r:id="rId49"/>
    <p:sldId id="80217940" r:id="rId50"/>
    <p:sldId id="80218020" r:id="rId51"/>
    <p:sldId id="80230600" r:id="rId52"/>
    <p:sldId id="80230860" r:id="rId53"/>
    <p:sldId id="63417320" r:id="rId54"/>
    <p:sldId id="63423660" r:id="rId55"/>
    <p:sldId id="63423760" r:id="rId56"/>
    <p:sldId id="63423840" r:id="rId57"/>
    <p:sldId id="63423920" r:id="rId58"/>
    <p:sldId id="63424000" r:id="rId59"/>
    <p:sldId id="63424080" r:id="rId60"/>
    <p:sldId id="38252420" r:id="rId61"/>
    <p:sldId id="38267200" r:id="rId62"/>
    <p:sldId id="80230867" r:id="rId63"/>
    <p:sldId id="9768020" r:id="rId64"/>
    <p:sldId id="9826680" r:id="rId65"/>
    <p:sldId id="9826820" r:id="rId66"/>
    <p:sldId id="9826920" r:id="rId67"/>
    <p:sldId id="9827060" r:id="rId68"/>
    <p:sldId id="9827160" r:id="rId69"/>
    <p:sldId id="9827300" r:id="rId70"/>
    <p:sldId id="9827400" r:id="rId71"/>
    <p:sldId id="9827540" r:id="rId72"/>
    <p:sldId id="80314419" r:id="rId73"/>
    <p:sldId id="9827660" r:id="rId74"/>
    <p:sldId id="9876600" r:id="rId75"/>
    <p:sldId id="9876740" r:id="rId76"/>
    <p:sldId id="9876880" r:id="rId77"/>
    <p:sldId id="80230868" r:id="rId78"/>
    <p:sldId id="63424920" r:id="rId79"/>
    <p:sldId id="63425000" r:id="rId80"/>
    <p:sldId id="63425080" r:id="rId81"/>
    <p:sldId id="63425160" r:id="rId82"/>
    <p:sldId id="9877360" r:id="rId83"/>
    <p:sldId id="9903760" r:id="rId84"/>
    <p:sldId id="9904700" r:id="rId85"/>
    <p:sldId id="9904800" r:id="rId86"/>
    <p:sldId id="63425740" r:id="rId87"/>
    <p:sldId id="80138902" r:id="rId88"/>
  </p:sldIdLst>
  <p:sldSz cx="13004800" cy="9753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066" autoAdjust="0"/>
    <p:restoredTop sz="96259" autoAdjust="0"/>
  </p:normalViewPr>
  <p:slideViewPr>
    <p:cSldViewPr snapToGrid="0">
      <p:cViewPr varScale="1">
        <p:scale>
          <a:sx n="86" d="100"/>
          <a:sy n="86" d="100"/>
        </p:scale>
        <p:origin x="1560" y="22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notesMaster" Target="notesMasters/notes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BD9C10-2ACA-462C-A003-D7409D53E2BE}" type="datetimeFigureOut">
              <a:rPr lang="en-US" smtClean="0"/>
              <a:t>9/23/26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6ABED2-0541-4A61-84F5-5852201A9E8E}" type="slidenum">
              <a:rPr lang="en-US" smtClean="0"/>
              <a:t>‹#›</a:t>
            </a:fld>
            <a:endParaRPr lang="en-US"/>
          </a:p>
        </p:txBody>
      </p:sp>
    </p:spTree>
    <p:extLst>
      <p:ext uri="{BB962C8B-B14F-4D97-AF65-F5344CB8AC3E}">
        <p14:creationId xmlns:p14="http://schemas.microsoft.com/office/powerpoint/2010/main" val="1876682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Content With Caption">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lIns="0" tIns="0" rIns="0" bIns="0" anchor="ctr"/>
          <a:lstStyle>
            <a:lvl1pPr marL="0" indent="0" algn="l" defTabSz="533400">
              <a:buNone/>
              <a:defRPr sz="4200" b="1" i="0" u="none">
                <a:solidFill>
                  <a:schemeClr val="bg1"/>
                </a:solidFill>
                <a:uLnTx/>
                <a:uFillTx/>
                <a:latin typeface="Verdana"/>
              </a:defRPr>
            </a:lvl1pPr>
          </a:lstStyle>
          <a:p>
            <a:endParaRPr dirty="0"/>
          </a:p>
        </p:txBody>
      </p:sp>
      <p:sp>
        <p:nvSpPr>
          <p:cNvPr id="3" name="TextBox"/>
          <p:cNvSpPr>
            <a:spLocks noGrp="1"/>
          </p:cNvSpPr>
          <p:nvPr>
            <p:ph type="body" idx="2"/>
          </p:nvPr>
        </p:nvSpPr>
        <p:spPr>
          <a:xfrm>
            <a:off x="254000" y="900330"/>
            <a:ext cx="12496800" cy="8599270"/>
          </a:xfrm>
          <a:prstGeom prst="rect">
            <a:avLst/>
          </a:prstGeom>
        </p:spPr>
        <p:txBody>
          <a:bodyPr lIns="0" tIns="0" rIns="0" bIns="0" anchor="t"/>
          <a:lstStyle>
            <a:lvl1pPr marL="0" indent="0" algn="l" defTabSz="482600">
              <a:buNone/>
              <a:defRPr sz="3800" b="0" i="0" u="none">
                <a:solidFill>
                  <a:schemeClr val="bg1"/>
                </a:solidFill>
                <a:uLnTx/>
                <a:uFillTx/>
                <a:latin typeface="Verdana"/>
              </a:defRPr>
            </a:lvl1pPr>
          </a:lstStyle>
          <a:p>
            <a:endParaRPr dirty="0"/>
          </a:p>
        </p:txBody>
      </p:sp>
    </p:spTree>
    <p:extLst>
      <p:ext uri="{BB962C8B-B14F-4D97-AF65-F5344CB8AC3E}">
        <p14:creationId xmlns:p14="http://schemas.microsoft.com/office/powerpoint/2010/main" val="141758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Caption">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9245600"/>
          </a:xfrm>
          <a:prstGeom prst="rect">
            <a:avLst/>
          </a:prstGeom>
        </p:spPr>
        <p:txBody>
          <a:bodyPr lIns="0" tIns="0" rIns="0" bIns="0" anchor="ctr"/>
          <a:lstStyle>
            <a:lvl1pPr marL="0" indent="0" algn="l" defTabSz="533400">
              <a:buNone/>
              <a:defRPr sz="3800" b="1" i="0" u="none">
                <a:solidFill>
                  <a:schemeClr val="bg1"/>
                </a:solidFill>
                <a:uLnTx/>
                <a:uFillTx/>
                <a:latin typeface="Verdana"/>
              </a:defRPr>
            </a:lvl1pPr>
          </a:lstStyle>
          <a:p>
            <a:endParaRPr dirty="0"/>
          </a:p>
        </p:txBody>
      </p:sp>
    </p:spTree>
    <p:extLst>
      <p:ext uri="{BB962C8B-B14F-4D97-AF65-F5344CB8AC3E}">
        <p14:creationId xmlns:p14="http://schemas.microsoft.com/office/powerpoint/2010/main" val="2319184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ontent With Caption">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lIns="0" tIns="0" rIns="0" bIns="0" anchor="ctr"/>
          <a:lstStyle>
            <a:lvl1pPr marL="0" indent="0" algn="l" defTabSz="533400">
              <a:buNone/>
              <a:defRPr sz="4200" b="1" i="0" u="none">
                <a:solidFill>
                  <a:schemeClr val="bg1"/>
                </a:solidFill>
                <a:uLnTx/>
                <a:uFillTx/>
                <a:latin typeface="Verdana"/>
              </a:defRPr>
            </a:lvl1pPr>
          </a:lstStyle>
          <a:p>
            <a:endParaRPr dirty="0"/>
          </a:p>
        </p:txBody>
      </p:sp>
      <p:sp>
        <p:nvSpPr>
          <p:cNvPr id="3" name="TextBox"/>
          <p:cNvSpPr>
            <a:spLocks noGrp="1"/>
          </p:cNvSpPr>
          <p:nvPr>
            <p:ph type="body" idx="2"/>
          </p:nvPr>
        </p:nvSpPr>
        <p:spPr>
          <a:xfrm>
            <a:off x="254000" y="900330"/>
            <a:ext cx="12496800" cy="8599270"/>
          </a:xfrm>
          <a:prstGeom prst="rect">
            <a:avLst/>
          </a:prstGeom>
        </p:spPr>
        <p:txBody>
          <a:bodyPr lIns="0" tIns="0" rIns="0" bIns="0" anchor="t"/>
          <a:lstStyle>
            <a:lvl1pPr marL="0" indent="0" algn="l" defTabSz="482600">
              <a:buNone/>
              <a:defRPr sz="3800" b="0" i="0" u="none">
                <a:solidFill>
                  <a:schemeClr val="bg1"/>
                </a:solidFill>
                <a:uLnTx/>
                <a:uFillTx/>
                <a:latin typeface="Verdana"/>
              </a:defRPr>
            </a:lvl1pPr>
          </a:lstStyle>
          <a:p>
            <a:endParaRPr dirty="0"/>
          </a:p>
        </p:txBody>
      </p:sp>
    </p:spTree>
    <p:extLst>
      <p:ext uri="{BB962C8B-B14F-4D97-AF65-F5344CB8AC3E}">
        <p14:creationId xmlns:p14="http://schemas.microsoft.com/office/powerpoint/2010/main" val="1287926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Caption">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9245600"/>
          </a:xfrm>
          <a:prstGeom prst="rect">
            <a:avLst/>
          </a:prstGeom>
        </p:spPr>
        <p:txBody>
          <a:bodyPr lIns="0" tIns="0" rIns="0" bIns="0" anchor="ctr"/>
          <a:lstStyle>
            <a:lvl1pPr marL="0" indent="0" algn="l" defTabSz="533400">
              <a:buNone/>
              <a:defRPr sz="3800" b="1" i="0" u="none">
                <a:solidFill>
                  <a:schemeClr val="bg1"/>
                </a:solidFill>
                <a:uLnTx/>
                <a:uFillTx/>
                <a:latin typeface="Verdana"/>
              </a:defRPr>
            </a:lvl1pPr>
          </a:lstStyle>
          <a:p>
            <a:endParaRPr dirty="0"/>
          </a:p>
        </p:txBody>
      </p:sp>
    </p:spTree>
    <p:extLst>
      <p:ext uri="{BB962C8B-B14F-4D97-AF65-F5344CB8AC3E}">
        <p14:creationId xmlns:p14="http://schemas.microsoft.com/office/powerpoint/2010/main" val="27445792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20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4893064"/>
      </p:ext>
    </p:extLst>
  </p:cSld>
  <p:clrMap bg1="lt1" tx1="dk1" bg2="lt2" tx2="dk2" accent1="accent1" accent2="accent2" accent3="accent3" accent4="accent4" accent5="accent5" accent6="accent6" hlink="hlink" folHlink="folHlink"/>
  <p:sldLayoutIdLst>
    <p:sldLayoutId id="2210895510" r:id="rId1"/>
    <p:sldLayoutId id="221089551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020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415556"/>
      </p:ext>
    </p:extLst>
  </p:cSld>
  <p:clrMap bg1="lt1" tx1="dk1" bg2="lt2" tx2="dk2" accent1="accent1" accent2="accent2" accent3="accent3" accent4="accent4" accent5="accent5" accent6="accent6" hlink="hlink" folHlink="folHlink"/>
  <p:sldLayoutIdLst>
    <p:sldLayoutId id="2210895513" r:id="rId1"/>
    <p:sldLayoutId id="221089551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 Id="rId5" Type="http://schemas.openxmlformats.org/officeDocument/2006/relationships/image" Target="../media/image47.png"/><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54.png"/></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xml"/><Relationship Id="rId5" Type="http://schemas.openxmlformats.org/officeDocument/2006/relationships/image" Target="../media/image70.png"/><Relationship Id="rId4" Type="http://schemas.openxmlformats.org/officeDocument/2006/relationships/image" Target="../media/image69.png"/></Relationships>
</file>

<file path=ppt/slides/_rels/slide6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xml"/><Relationship Id="rId5" Type="http://schemas.openxmlformats.org/officeDocument/2006/relationships/image" Target="../media/image78.png"/><Relationship Id="rId4" Type="http://schemas.openxmlformats.org/officeDocument/2006/relationships/image" Target="../media/image77.png"/></Relationships>
</file>

<file path=ppt/slides/_rels/slide6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xml"/><Relationship Id="rId5" Type="http://schemas.openxmlformats.org/officeDocument/2006/relationships/image" Target="../media/image82.png"/><Relationship Id="rId4" Type="http://schemas.openxmlformats.org/officeDocument/2006/relationships/image" Target="../media/image81.png"/></Relationships>
</file>

<file path=ppt/slides/_rels/slide6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xml"/><Relationship Id="rId5" Type="http://schemas.openxmlformats.org/officeDocument/2006/relationships/image" Target="../media/image86.png"/><Relationship Id="rId4" Type="http://schemas.openxmlformats.org/officeDocument/2006/relationships/image" Target="../media/image85.png"/></Relationships>
</file>

<file path=ppt/slides/_rels/slide6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xml"/><Relationship Id="rId5" Type="http://schemas.openxmlformats.org/officeDocument/2006/relationships/image" Target="../media/image90.png"/><Relationship Id="rId4" Type="http://schemas.openxmlformats.org/officeDocument/2006/relationships/image" Target="../media/image89.png"/></Relationships>
</file>

<file path=ppt/slides/_rels/slide7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xml"/><Relationship Id="rId5" Type="http://schemas.openxmlformats.org/officeDocument/2006/relationships/image" Target="../media/image94.png"/><Relationship Id="rId4" Type="http://schemas.openxmlformats.org/officeDocument/2006/relationships/image" Target="../media/image93.png"/></Relationships>
</file>

<file path=ppt/slides/_rels/slide7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xml"/><Relationship Id="rId5" Type="http://schemas.openxmlformats.org/officeDocument/2006/relationships/image" Target="../media/image98.png"/><Relationship Id="rId4" Type="http://schemas.openxmlformats.org/officeDocument/2006/relationships/image" Target="../media/image97.png"/></Relationships>
</file>

<file path=ppt/slides/_rels/slide7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1.xml"/><Relationship Id="rId5" Type="http://schemas.openxmlformats.org/officeDocument/2006/relationships/image" Target="../media/image102.png"/><Relationship Id="rId4" Type="http://schemas.openxmlformats.org/officeDocument/2006/relationships/image" Target="../media/image101.png"/></Relationships>
</file>

<file path=ppt/slides/_rels/slide7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xml"/><Relationship Id="rId5" Type="http://schemas.openxmlformats.org/officeDocument/2006/relationships/image" Target="../media/image106.png"/><Relationship Id="rId4" Type="http://schemas.openxmlformats.org/officeDocument/2006/relationships/image" Target="../media/image10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96E5C0C-D6B3-F614-44C8-CF15F07243DA}"/>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55FF477E-F13C-6C06-A8A4-1B4A6ADAF39A}"/>
              </a:ext>
            </a:extLst>
          </p:cNvPr>
          <p:cNvSpPr>
            <a:spLocks noGrp="1"/>
          </p:cNvSpPr>
          <p:nvPr>
            <p:ph type="body" idx="2"/>
          </p:nvPr>
        </p:nvSpPr>
        <p:spPr/>
        <p:txBody>
          <a:bodyPr/>
          <a:lstStyle/>
          <a:p>
            <a:endParaRPr lang="en-US" dirty="0"/>
          </a:p>
        </p:txBody>
      </p:sp>
    </p:spTree>
    <p:extLst>
      <p:ext uri="{BB962C8B-B14F-4D97-AF65-F5344CB8AC3E}">
        <p14:creationId xmlns:p14="http://schemas.microsoft.com/office/powerpoint/2010/main" val="3532601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576 Amazing Grace</a:t>
            </a:r>
          </a:p>
        </p:txBody>
      </p:sp>
      <p:pic>
        <p:nvPicPr>
          <p:cNvPr id="3" name="Picture"/>
          <p:cNvPicPr/>
          <p:nvPr/>
        </p:nvPicPr>
        <p:blipFill>
          <a:blip r:embed="rId2"/>
          <a:stretch>
            <a:fillRect/>
          </a:stretch>
        </p:blipFill>
        <p:spPr>
          <a:xfrm>
            <a:off x="254000" y="900330"/>
            <a:ext cx="12496800" cy="1543379"/>
          </a:xfrm>
          <a:prstGeom prst="rect">
            <a:avLst/>
          </a:prstGeom>
        </p:spPr>
      </p:pic>
      <p:pic>
        <p:nvPicPr>
          <p:cNvPr id="4" name="Picture"/>
          <p:cNvPicPr/>
          <p:nvPr/>
        </p:nvPicPr>
        <p:blipFill>
          <a:blip r:embed="rId3"/>
          <a:stretch>
            <a:fillRect/>
          </a:stretch>
        </p:blipFill>
        <p:spPr>
          <a:xfrm>
            <a:off x="254000" y="2443709"/>
            <a:ext cx="12496800" cy="1834583"/>
          </a:xfrm>
          <a:prstGeom prst="rect">
            <a:avLst/>
          </a:prstGeom>
        </p:spPr>
      </p:pic>
      <p:pic>
        <p:nvPicPr>
          <p:cNvPr id="5" name="Picture"/>
          <p:cNvPicPr/>
          <p:nvPr/>
        </p:nvPicPr>
        <p:blipFill>
          <a:blip r:embed="rId4"/>
          <a:stretch>
            <a:fillRect/>
          </a:stretch>
        </p:blipFill>
        <p:spPr>
          <a:xfrm>
            <a:off x="254000" y="4278292"/>
            <a:ext cx="12496800" cy="186370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576 Amazing Grace</a:t>
            </a:r>
          </a:p>
        </p:txBody>
      </p:sp>
      <p:pic>
        <p:nvPicPr>
          <p:cNvPr id="3" name="Picture"/>
          <p:cNvPicPr/>
          <p:nvPr/>
        </p:nvPicPr>
        <p:blipFill>
          <a:blip r:embed="rId2"/>
          <a:stretch>
            <a:fillRect/>
          </a:stretch>
        </p:blipFill>
        <p:spPr>
          <a:xfrm>
            <a:off x="254000" y="900330"/>
            <a:ext cx="12496800" cy="1518419"/>
          </a:xfrm>
          <a:prstGeom prst="rect">
            <a:avLst/>
          </a:prstGeom>
        </p:spPr>
      </p:pic>
      <p:pic>
        <p:nvPicPr>
          <p:cNvPr id="4" name="Picture"/>
          <p:cNvPicPr/>
          <p:nvPr/>
        </p:nvPicPr>
        <p:blipFill>
          <a:blip r:embed="rId3"/>
          <a:stretch>
            <a:fillRect/>
          </a:stretch>
        </p:blipFill>
        <p:spPr>
          <a:xfrm>
            <a:off x="254000" y="2418749"/>
            <a:ext cx="12496800" cy="1876184"/>
          </a:xfrm>
          <a:prstGeom prst="rect">
            <a:avLst/>
          </a:prstGeom>
        </p:spPr>
      </p:pic>
      <p:pic>
        <p:nvPicPr>
          <p:cNvPr id="5" name="Picture"/>
          <p:cNvPicPr/>
          <p:nvPr/>
        </p:nvPicPr>
        <p:blipFill>
          <a:blip r:embed="rId4"/>
          <a:stretch>
            <a:fillRect/>
          </a:stretch>
        </p:blipFill>
        <p:spPr>
          <a:xfrm>
            <a:off x="254000" y="4294933"/>
            <a:ext cx="12496800" cy="19053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576 Amazing Grace</a:t>
            </a:r>
          </a:p>
        </p:txBody>
      </p:sp>
      <p:pic>
        <p:nvPicPr>
          <p:cNvPr id="3" name="Picture"/>
          <p:cNvPicPr/>
          <p:nvPr/>
        </p:nvPicPr>
        <p:blipFill>
          <a:blip r:embed="rId2"/>
          <a:stretch>
            <a:fillRect/>
          </a:stretch>
        </p:blipFill>
        <p:spPr>
          <a:xfrm>
            <a:off x="254000" y="900330"/>
            <a:ext cx="12496800" cy="1522579"/>
          </a:xfrm>
          <a:prstGeom prst="rect">
            <a:avLst/>
          </a:prstGeom>
        </p:spPr>
      </p:pic>
      <p:pic>
        <p:nvPicPr>
          <p:cNvPr id="4" name="Picture"/>
          <p:cNvPicPr/>
          <p:nvPr/>
        </p:nvPicPr>
        <p:blipFill>
          <a:blip r:embed="rId3"/>
          <a:stretch>
            <a:fillRect/>
          </a:stretch>
        </p:blipFill>
        <p:spPr>
          <a:xfrm>
            <a:off x="254000" y="2422909"/>
            <a:ext cx="12496800" cy="1842903"/>
          </a:xfrm>
          <a:prstGeom prst="rect">
            <a:avLst/>
          </a:prstGeom>
        </p:spPr>
      </p:pic>
      <p:pic>
        <p:nvPicPr>
          <p:cNvPr id="5" name="Picture"/>
          <p:cNvPicPr/>
          <p:nvPr/>
        </p:nvPicPr>
        <p:blipFill>
          <a:blip r:embed="rId4"/>
          <a:stretch>
            <a:fillRect/>
          </a:stretch>
        </p:blipFill>
        <p:spPr>
          <a:xfrm>
            <a:off x="254000" y="4265812"/>
            <a:ext cx="12496800" cy="18969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576 Amazing Grace</a:t>
            </a:r>
          </a:p>
        </p:txBody>
      </p:sp>
      <p:pic>
        <p:nvPicPr>
          <p:cNvPr id="3" name="Picture"/>
          <p:cNvPicPr/>
          <p:nvPr/>
        </p:nvPicPr>
        <p:blipFill>
          <a:blip r:embed="rId2"/>
          <a:stretch>
            <a:fillRect/>
          </a:stretch>
        </p:blipFill>
        <p:spPr>
          <a:xfrm>
            <a:off x="254000" y="900330"/>
            <a:ext cx="12496800" cy="1489299"/>
          </a:xfrm>
          <a:prstGeom prst="rect">
            <a:avLst/>
          </a:prstGeom>
        </p:spPr>
      </p:pic>
      <p:pic>
        <p:nvPicPr>
          <p:cNvPr id="4" name="Picture"/>
          <p:cNvPicPr/>
          <p:nvPr/>
        </p:nvPicPr>
        <p:blipFill>
          <a:blip r:embed="rId3"/>
          <a:stretch>
            <a:fillRect/>
          </a:stretch>
        </p:blipFill>
        <p:spPr>
          <a:xfrm>
            <a:off x="254000" y="2389629"/>
            <a:ext cx="12496800" cy="1813783"/>
          </a:xfrm>
          <a:prstGeom prst="rect">
            <a:avLst/>
          </a:prstGeom>
        </p:spPr>
      </p:pic>
      <p:pic>
        <p:nvPicPr>
          <p:cNvPr id="5" name="Picture"/>
          <p:cNvPicPr/>
          <p:nvPr/>
        </p:nvPicPr>
        <p:blipFill>
          <a:blip r:embed="rId4"/>
          <a:stretch>
            <a:fillRect/>
          </a:stretch>
        </p:blipFill>
        <p:spPr>
          <a:xfrm>
            <a:off x="254000" y="4203412"/>
            <a:ext cx="12496800" cy="1867863"/>
          </a:xfrm>
          <a:prstGeom prst="rect">
            <a:avLst/>
          </a:prstGeom>
        </p:spPr>
      </p:pic>
      <p:sp>
        <p:nvSpPr>
          <p:cNvPr id="6" name="TextBox"/>
          <p:cNvSpPr>
            <a:spLocks noGrp="1"/>
          </p:cNvSpPr>
          <p:nvPr>
            <p:ph type="body" idx="2"/>
          </p:nvPr>
        </p:nvSpPr>
        <p:spPr>
          <a:xfrm>
            <a:off x="254000" y="7806829"/>
            <a:ext cx="12496800" cy="1692771"/>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Text (sts. 1–3): John Newton, 1725–1807, alt.; (st. 4): A Collection of Sacred Ballads, Richmond, 1790</a:t>
            </a:r>
            <a:br/>
            <a:r>
              <a:t>Tune: Columbian Harmony, Cincinnati, 1829, ed. Benjamin Shaw; ed. Charles H. Spilman</a:t>
            </a:r>
            <a:br/>
            <a:r>
              <a:t>Text and tune: Public domain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dirty="0"/>
              <a:t>Invocation</a:t>
            </a:r>
          </a:p>
        </p:txBody>
      </p:sp>
      <p:sp>
        <p:nvSpPr>
          <p:cNvPr id="3" name="TextBox"/>
          <p:cNvSpPr>
            <a:spLocks noGrp="1"/>
          </p:cNvSpPr>
          <p:nvPr>
            <p:ph type="body" idx="2"/>
          </p:nvPr>
        </p:nvSpPr>
        <p:spPr>
          <a:xfrm>
            <a:off x="254000" y="900330"/>
            <a:ext cx="12496800" cy="1754326"/>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In the name of the Father and of the </a:t>
            </a:r>
            <a:r>
              <a:rPr lang="en-US" dirty="0"/>
              <a:t>(+)</a:t>
            </a:r>
            <a:r>
              <a:rPr dirty="0"/>
              <a:t> Son and of the Holy Spirit.</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Amen.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Confession</a:t>
            </a:r>
          </a:p>
        </p:txBody>
      </p:sp>
      <p:sp>
        <p:nvSpPr>
          <p:cNvPr id="3" name="TextBox"/>
          <p:cNvSpPr>
            <a:spLocks noGrp="1"/>
          </p:cNvSpPr>
          <p:nvPr>
            <p:ph type="body" idx="2"/>
          </p:nvPr>
        </p:nvSpPr>
        <p:spPr>
          <a:xfrm>
            <a:off x="254000" y="900330"/>
            <a:ext cx="12496800" cy="8186856"/>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sz="2000"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If we claim to be without sin, we deceive ourselves and the truth is not in us.</a:t>
            </a:r>
            <a:endParaRPr lang="en-US"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sz="2000"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If we confess our sins, God is faithful and just </a:t>
            </a:r>
            <a:br>
              <a:rPr dirty="0"/>
            </a:br>
            <a:r>
              <a:rPr b="1" dirty="0"/>
              <a:t>    and will forgive us our sins </a:t>
            </a:r>
            <a:br>
              <a:rPr dirty="0"/>
            </a:br>
            <a:r>
              <a:rPr b="1" dirty="0"/>
              <a:t>    and purify us from all unrighteousness.</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Let us confess our sins to the Lord.</a:t>
            </a:r>
            <a:endParaRPr lang="en-US"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sz="2000"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Holy God, gracious Father, </a:t>
            </a:r>
            <a:br>
              <a:rPr dirty="0"/>
            </a:br>
            <a:r>
              <a:rPr b="1" dirty="0"/>
              <a:t>    I am sinful by nature </a:t>
            </a:r>
            <a:br>
              <a:rPr dirty="0"/>
            </a:br>
            <a:r>
              <a:rPr b="1" dirty="0"/>
              <a:t>        and have sinned against you in my thoughts, words, and actions. </a:t>
            </a:r>
            <a:br>
              <a:rPr dirty="0"/>
            </a:br>
            <a:r>
              <a:rPr b="1" dirty="0"/>
              <a:t> </a:t>
            </a:r>
            <a:br>
              <a:rPr dirty="0"/>
            </a:b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dirty="0"/>
              <a:t>Confession</a:t>
            </a:r>
            <a:r>
              <a:rPr lang="en-US" dirty="0"/>
              <a:t> (</a:t>
            </a:r>
            <a:r>
              <a:rPr lang="en-US" dirty="0" err="1"/>
              <a:t>cont</a:t>
            </a:r>
            <a:r>
              <a:rPr lang="en-US" dirty="0"/>
              <a:t>)</a:t>
            </a:r>
            <a:endParaRPr dirty="0"/>
          </a:p>
        </p:txBody>
      </p:sp>
      <p:sp>
        <p:nvSpPr>
          <p:cNvPr id="3" name="TextBox"/>
          <p:cNvSpPr>
            <a:spLocks noGrp="1"/>
          </p:cNvSpPr>
          <p:nvPr>
            <p:ph type="body" idx="2"/>
          </p:nvPr>
        </p:nvSpPr>
        <p:spPr>
          <a:xfrm>
            <a:off x="254000" y="900330"/>
            <a:ext cx="12496800" cy="6014820"/>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 </a:t>
            </a:r>
            <a:endParaRPr lang="en-US" b="1"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lang="en-US" b="1" dirty="0"/>
              <a:t>    I have not loved you with my whole heart; </a:t>
            </a:r>
            <a:br>
              <a:rPr lang="en-US" dirty="0"/>
            </a:br>
            <a:r>
              <a:rPr lang="en-US" b="1" dirty="0"/>
              <a:t>    I have not loved others as I should. </a:t>
            </a:r>
            <a:r>
              <a:rPr b="1" dirty="0"/>
              <a:t>    </a:t>
            </a:r>
            <a:endParaRPr lang="en-US" b="1"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lang="en-US" b="1" dirty="0"/>
              <a:t> </a:t>
            </a:r>
            <a:r>
              <a:rPr b="1" dirty="0"/>
              <a:t>   I deserve your punishment both now and </a:t>
            </a:r>
            <a:r>
              <a:rPr lang="en-US" b="1" dirty="0"/>
              <a:t>			</a:t>
            </a:r>
            <a:r>
              <a:rPr b="1" dirty="0"/>
              <a:t>forever. </a:t>
            </a:r>
            <a:br>
              <a:rPr dirty="0"/>
            </a:br>
            <a:r>
              <a:rPr b="1" dirty="0"/>
              <a:t>    But Jesus, my Savior, paid for my sins </a:t>
            </a:r>
            <a:br>
              <a:rPr dirty="0"/>
            </a:br>
            <a:r>
              <a:rPr b="1" dirty="0"/>
              <a:t>      with his innocent suffering and death. </a:t>
            </a:r>
            <a:br>
              <a:rPr dirty="0"/>
            </a:br>
            <a:r>
              <a:rPr b="1" dirty="0"/>
              <a:t>    Trusting in him, I pray: God, have mercy </a:t>
            </a:r>
            <a:r>
              <a:rPr lang="en-US" b="1" dirty="0"/>
              <a:t>			</a:t>
            </a:r>
            <a:r>
              <a:rPr b="1" dirty="0"/>
              <a:t>on me, a sinner.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Absolution</a:t>
            </a:r>
          </a:p>
        </p:txBody>
      </p:sp>
      <p:sp>
        <p:nvSpPr>
          <p:cNvPr id="3" name="TextBox"/>
          <p:cNvSpPr>
            <a:spLocks noGrp="1"/>
          </p:cNvSpPr>
          <p:nvPr>
            <p:ph type="body" idx="2"/>
          </p:nvPr>
        </p:nvSpPr>
        <p:spPr>
          <a:xfrm>
            <a:off x="254000" y="900330"/>
            <a:ext cx="12496800" cy="6035729"/>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Our gracious Father in heaven has been merciful to us. He sent his only Son, Jesus Christ, who gave his life as the atoning sacrifice for the sins of the whole world. Therefore, as a called servant of Christ and by his authority, I forgive you all your sins in the name of the Father and of the </a:t>
            </a:r>
            <a:r>
              <a:rPr lang="en-US" dirty="0"/>
              <a:t>(+)</a:t>
            </a:r>
            <a:r>
              <a:rPr dirty="0"/>
              <a:t> Son and of the Holy Spirit.</a:t>
            </a:r>
            <a:endParaRPr lang="en-US"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Amen.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Lord, Have Mercy</a:t>
            </a:r>
          </a:p>
        </p:txBody>
      </p:sp>
      <p:pic>
        <p:nvPicPr>
          <p:cNvPr id="3" name="Picture"/>
          <p:cNvPicPr/>
          <p:nvPr/>
        </p:nvPicPr>
        <p:blipFill>
          <a:blip r:embed="rId2"/>
          <a:stretch>
            <a:fillRect/>
          </a:stretch>
        </p:blipFill>
        <p:spPr>
          <a:xfrm>
            <a:off x="254000" y="900330"/>
            <a:ext cx="12496800" cy="1518419"/>
          </a:xfrm>
          <a:prstGeom prst="rect">
            <a:avLst/>
          </a:prstGeom>
        </p:spPr>
      </p:pic>
      <p:pic>
        <p:nvPicPr>
          <p:cNvPr id="4" name="Picture"/>
          <p:cNvPicPr/>
          <p:nvPr/>
        </p:nvPicPr>
        <p:blipFill>
          <a:blip r:embed="rId3"/>
          <a:stretch>
            <a:fillRect/>
          </a:stretch>
        </p:blipFill>
        <p:spPr>
          <a:xfrm>
            <a:off x="254000" y="2418749"/>
            <a:ext cx="12496800" cy="50960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Lord, Have Mercy</a:t>
            </a:r>
          </a:p>
        </p:txBody>
      </p:sp>
      <p:pic>
        <p:nvPicPr>
          <p:cNvPr id="3" name="Picture"/>
          <p:cNvPicPr/>
          <p:nvPr/>
        </p:nvPicPr>
        <p:blipFill>
          <a:blip r:embed="rId2"/>
          <a:stretch>
            <a:fillRect/>
          </a:stretch>
        </p:blipFill>
        <p:spPr>
          <a:xfrm>
            <a:off x="254000" y="900330"/>
            <a:ext cx="12496800" cy="661032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Lord, Have Mercy</a:t>
            </a:r>
          </a:p>
        </p:txBody>
      </p:sp>
      <p:pic>
        <p:nvPicPr>
          <p:cNvPr id="3" name="Picture"/>
          <p:cNvPicPr/>
          <p:nvPr/>
        </p:nvPicPr>
        <p:blipFill>
          <a:blip r:embed="rId2"/>
          <a:stretch>
            <a:fillRect/>
          </a:stretch>
        </p:blipFill>
        <p:spPr>
          <a:xfrm>
            <a:off x="254000" y="900330"/>
            <a:ext cx="12496800" cy="3669166"/>
          </a:xfrm>
          <a:prstGeom prst="rect">
            <a:avLst/>
          </a:prstGeom>
        </p:spPr>
      </p:pic>
      <p:pic>
        <p:nvPicPr>
          <p:cNvPr id="4" name="Picture"/>
          <p:cNvPicPr/>
          <p:nvPr/>
        </p:nvPicPr>
        <p:blipFill>
          <a:blip r:embed="rId3"/>
          <a:srcRect t="18488" b="-8378"/>
          <a:stretch>
            <a:fillRect/>
          </a:stretch>
        </p:blipFill>
        <p:spPr>
          <a:xfrm>
            <a:off x="254000" y="5001490"/>
            <a:ext cx="12496800" cy="3840379"/>
          </a:xfrm>
          <a:prstGeom prst="rect">
            <a:avLst/>
          </a:prstGeom>
        </p:spPr>
      </p:pic>
      <p:sp>
        <p:nvSpPr>
          <p:cNvPr id="5" name="TextBox"/>
          <p:cNvSpPr>
            <a:spLocks noGrp="1"/>
          </p:cNvSpPr>
          <p:nvPr>
            <p:ph type="body" idx="2"/>
          </p:nvPr>
        </p:nvSpPr>
        <p:spPr>
          <a:xfrm>
            <a:off x="254000" y="8483938"/>
            <a:ext cx="12496800" cy="1269662"/>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endParaRPr lang="en-US" sz="1800" dirty="0"/>
          </a:p>
          <a:p>
            <a:pPr marL="0" marR="0" indent="0" algn="l">
              <a:lnSpc>
                <a:spcPct val="100000"/>
              </a:lnSpc>
              <a:spcBef>
                <a:spcPts val="0"/>
              </a:spcBef>
              <a:spcAft>
                <a:spcPts val="0"/>
              </a:spcAft>
              <a:buNone/>
              <a:defRPr sz="2200" b="0" i="0" u="none">
                <a:solidFill>
                  <a:srgbClr val="F6F0F0"/>
                </a:solidFill>
                <a:uLnTx/>
                <a:uFillTx/>
                <a:latin typeface="Verdana"/>
              </a:defRPr>
            </a:pPr>
            <a:r>
              <a:rPr sz="1800" dirty="0"/>
              <a:t>Tune: William </a:t>
            </a:r>
            <a:r>
              <a:rPr sz="1800" dirty="0" err="1"/>
              <a:t>Gokelman</a:t>
            </a:r>
            <a:r>
              <a:rPr sz="1800" dirty="0"/>
              <a:t>; David Kauffman</a:t>
            </a:r>
            <a:br>
              <a:rPr sz="1800" dirty="0"/>
            </a:br>
            <a:r>
              <a:rPr sz="1800" dirty="0"/>
              <a:t>Tune: © 2021 GFTSMUSIC Publishing Company, Inc., admin. Music Services. Used by permission: </a:t>
            </a:r>
            <a:r>
              <a:rPr sz="1800" dirty="0" err="1"/>
              <a:t>OneLicense</a:t>
            </a:r>
            <a:r>
              <a:rPr sz="1800" dirty="0"/>
              <a:t> no. 707551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Glory to God in the Highest</a:t>
            </a:r>
          </a:p>
        </p:txBody>
      </p:sp>
      <p:pic>
        <p:nvPicPr>
          <p:cNvPr id="3" name="Picture"/>
          <p:cNvPicPr/>
          <p:nvPr/>
        </p:nvPicPr>
        <p:blipFill>
          <a:blip r:embed="rId2"/>
          <a:stretch>
            <a:fillRect/>
          </a:stretch>
        </p:blipFill>
        <p:spPr>
          <a:xfrm>
            <a:off x="254000" y="900330"/>
            <a:ext cx="12496800" cy="2966117"/>
          </a:xfrm>
          <a:prstGeom prst="rect">
            <a:avLst/>
          </a:prstGeom>
        </p:spPr>
      </p:pic>
      <p:pic>
        <p:nvPicPr>
          <p:cNvPr id="4" name="Picture"/>
          <p:cNvPicPr/>
          <p:nvPr/>
        </p:nvPicPr>
        <p:blipFill>
          <a:blip r:embed="rId3"/>
          <a:stretch>
            <a:fillRect/>
          </a:stretch>
        </p:blipFill>
        <p:spPr>
          <a:xfrm>
            <a:off x="254000" y="3866447"/>
            <a:ext cx="12496800" cy="1959385"/>
          </a:xfrm>
          <a:prstGeom prst="rect">
            <a:avLst/>
          </a:prstGeom>
        </p:spPr>
      </p:pic>
      <p:pic>
        <p:nvPicPr>
          <p:cNvPr id="5" name="Picture"/>
          <p:cNvPicPr/>
          <p:nvPr/>
        </p:nvPicPr>
        <p:blipFill>
          <a:blip r:embed="rId4"/>
          <a:stretch>
            <a:fillRect/>
          </a:stretch>
        </p:blipFill>
        <p:spPr>
          <a:xfrm>
            <a:off x="254000" y="5825832"/>
            <a:ext cx="12496800" cy="188034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Glory to God in the Highest</a:t>
            </a:r>
          </a:p>
        </p:txBody>
      </p:sp>
      <p:pic>
        <p:nvPicPr>
          <p:cNvPr id="3" name="Picture"/>
          <p:cNvPicPr/>
          <p:nvPr/>
        </p:nvPicPr>
        <p:blipFill>
          <a:blip r:embed="rId2"/>
          <a:stretch>
            <a:fillRect/>
          </a:stretch>
        </p:blipFill>
        <p:spPr>
          <a:xfrm>
            <a:off x="254000" y="900330"/>
            <a:ext cx="12496800" cy="1951064"/>
          </a:xfrm>
          <a:prstGeom prst="rect">
            <a:avLst/>
          </a:prstGeom>
        </p:spPr>
      </p:pic>
      <p:pic>
        <p:nvPicPr>
          <p:cNvPr id="4" name="Picture"/>
          <p:cNvPicPr/>
          <p:nvPr/>
        </p:nvPicPr>
        <p:blipFill>
          <a:blip r:embed="rId3"/>
          <a:stretch>
            <a:fillRect/>
          </a:stretch>
        </p:blipFill>
        <p:spPr>
          <a:xfrm>
            <a:off x="254000" y="2851394"/>
            <a:ext cx="12496800" cy="1905304"/>
          </a:xfrm>
          <a:prstGeom prst="rect">
            <a:avLst/>
          </a:prstGeom>
        </p:spPr>
      </p:pic>
      <p:pic>
        <p:nvPicPr>
          <p:cNvPr id="5" name="Picture"/>
          <p:cNvPicPr/>
          <p:nvPr/>
        </p:nvPicPr>
        <p:blipFill>
          <a:blip r:embed="rId4"/>
          <a:stretch>
            <a:fillRect/>
          </a:stretch>
        </p:blipFill>
        <p:spPr>
          <a:xfrm>
            <a:off x="254000" y="4756698"/>
            <a:ext cx="12496800" cy="1826263"/>
          </a:xfrm>
          <a:prstGeom prst="rect">
            <a:avLst/>
          </a:prstGeom>
        </p:spPr>
      </p:pic>
      <p:pic>
        <p:nvPicPr>
          <p:cNvPr id="6" name="Picture"/>
          <p:cNvPicPr/>
          <p:nvPr/>
        </p:nvPicPr>
        <p:blipFill>
          <a:blip r:embed="rId5"/>
          <a:stretch>
            <a:fillRect/>
          </a:stretch>
        </p:blipFill>
        <p:spPr>
          <a:xfrm>
            <a:off x="254000" y="6582961"/>
            <a:ext cx="12496800" cy="187618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Glory to God in the Highest</a:t>
            </a:r>
          </a:p>
        </p:txBody>
      </p:sp>
      <p:pic>
        <p:nvPicPr>
          <p:cNvPr id="3" name="Picture"/>
          <p:cNvPicPr/>
          <p:nvPr/>
        </p:nvPicPr>
        <p:blipFill>
          <a:blip r:embed="rId2"/>
          <a:stretch>
            <a:fillRect/>
          </a:stretch>
        </p:blipFill>
        <p:spPr>
          <a:xfrm>
            <a:off x="254000" y="900330"/>
            <a:ext cx="12496800" cy="1892824"/>
          </a:xfrm>
          <a:prstGeom prst="rect">
            <a:avLst/>
          </a:prstGeom>
        </p:spPr>
      </p:pic>
      <p:pic>
        <p:nvPicPr>
          <p:cNvPr id="4" name="Picture"/>
          <p:cNvPicPr/>
          <p:nvPr/>
        </p:nvPicPr>
        <p:blipFill>
          <a:blip r:embed="rId3"/>
          <a:stretch>
            <a:fillRect/>
          </a:stretch>
        </p:blipFill>
        <p:spPr>
          <a:xfrm>
            <a:off x="254000" y="2793154"/>
            <a:ext cx="12496800" cy="1896984"/>
          </a:xfrm>
          <a:prstGeom prst="rect">
            <a:avLst/>
          </a:prstGeom>
        </p:spPr>
      </p:pic>
      <p:pic>
        <p:nvPicPr>
          <p:cNvPr id="5" name="Picture"/>
          <p:cNvPicPr/>
          <p:nvPr/>
        </p:nvPicPr>
        <p:blipFill>
          <a:blip r:embed="rId4"/>
          <a:stretch>
            <a:fillRect/>
          </a:stretch>
        </p:blipFill>
        <p:spPr>
          <a:xfrm>
            <a:off x="254000" y="4690138"/>
            <a:ext cx="12496800" cy="1971865"/>
          </a:xfrm>
          <a:prstGeom prst="rect">
            <a:avLst/>
          </a:prstGeom>
        </p:spPr>
      </p:pic>
      <p:pic>
        <p:nvPicPr>
          <p:cNvPr id="6" name="Picture"/>
          <p:cNvPicPr/>
          <p:nvPr/>
        </p:nvPicPr>
        <p:blipFill>
          <a:blip r:embed="rId5"/>
          <a:stretch>
            <a:fillRect/>
          </a:stretch>
        </p:blipFill>
        <p:spPr>
          <a:xfrm>
            <a:off x="254000" y="6662003"/>
            <a:ext cx="12496800" cy="183874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Glory to God in the Highest</a:t>
            </a:r>
          </a:p>
        </p:txBody>
      </p:sp>
      <p:pic>
        <p:nvPicPr>
          <p:cNvPr id="3" name="Picture"/>
          <p:cNvPicPr/>
          <p:nvPr/>
        </p:nvPicPr>
        <p:blipFill>
          <a:blip r:embed="rId2"/>
          <a:stretch>
            <a:fillRect/>
          </a:stretch>
        </p:blipFill>
        <p:spPr>
          <a:xfrm>
            <a:off x="254000" y="900330"/>
            <a:ext cx="12496800" cy="1901144"/>
          </a:xfrm>
          <a:prstGeom prst="rect">
            <a:avLst/>
          </a:prstGeom>
        </p:spPr>
      </p:pic>
      <p:pic>
        <p:nvPicPr>
          <p:cNvPr id="4" name="Picture"/>
          <p:cNvPicPr/>
          <p:nvPr/>
        </p:nvPicPr>
        <p:blipFill>
          <a:blip r:embed="rId3"/>
          <a:stretch>
            <a:fillRect/>
          </a:stretch>
        </p:blipFill>
        <p:spPr>
          <a:xfrm>
            <a:off x="254000" y="2801474"/>
            <a:ext cx="12496800" cy="1930264"/>
          </a:xfrm>
          <a:prstGeom prst="rect">
            <a:avLst/>
          </a:prstGeom>
        </p:spPr>
      </p:pic>
      <p:pic>
        <p:nvPicPr>
          <p:cNvPr id="5" name="Picture"/>
          <p:cNvPicPr/>
          <p:nvPr/>
        </p:nvPicPr>
        <p:blipFill>
          <a:blip r:embed="rId4"/>
          <a:stretch>
            <a:fillRect/>
          </a:stretch>
        </p:blipFill>
        <p:spPr>
          <a:xfrm>
            <a:off x="254000" y="4731738"/>
            <a:ext cx="12496800" cy="1863703"/>
          </a:xfrm>
          <a:prstGeom prst="rect">
            <a:avLst/>
          </a:prstGeom>
        </p:spPr>
      </p:pic>
      <p:pic>
        <p:nvPicPr>
          <p:cNvPr id="6" name="Picture"/>
          <p:cNvPicPr/>
          <p:nvPr/>
        </p:nvPicPr>
        <p:blipFill>
          <a:blip r:embed="rId5"/>
          <a:stretch>
            <a:fillRect/>
          </a:stretch>
        </p:blipFill>
        <p:spPr>
          <a:xfrm>
            <a:off x="254000" y="6595441"/>
            <a:ext cx="12496800" cy="187202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Glory to God in the Highest</a:t>
            </a:r>
          </a:p>
        </p:txBody>
      </p:sp>
      <p:pic>
        <p:nvPicPr>
          <p:cNvPr id="3" name="Picture"/>
          <p:cNvPicPr/>
          <p:nvPr/>
        </p:nvPicPr>
        <p:blipFill>
          <a:blip r:embed="rId2"/>
          <a:stretch>
            <a:fillRect/>
          </a:stretch>
        </p:blipFill>
        <p:spPr>
          <a:xfrm>
            <a:off x="254000" y="900330"/>
            <a:ext cx="12496800" cy="1976025"/>
          </a:xfrm>
          <a:prstGeom prst="rect">
            <a:avLst/>
          </a:prstGeom>
        </p:spPr>
      </p:pic>
      <p:pic>
        <p:nvPicPr>
          <p:cNvPr id="4" name="Picture"/>
          <p:cNvPicPr/>
          <p:nvPr/>
        </p:nvPicPr>
        <p:blipFill>
          <a:blip r:embed="rId3"/>
          <a:stretch>
            <a:fillRect/>
          </a:stretch>
        </p:blipFill>
        <p:spPr>
          <a:xfrm>
            <a:off x="254000" y="2876355"/>
            <a:ext cx="12496800" cy="1672341"/>
          </a:xfrm>
          <a:prstGeom prst="rect">
            <a:avLst/>
          </a:prstGeom>
        </p:spPr>
      </p:pic>
      <p:sp>
        <p:nvSpPr>
          <p:cNvPr id="5" name="TextBox"/>
          <p:cNvSpPr>
            <a:spLocks noGrp="1"/>
          </p:cNvSpPr>
          <p:nvPr>
            <p:ph type="body" idx="2"/>
          </p:nvPr>
        </p:nvSpPr>
        <p:spPr>
          <a:xfrm>
            <a:off x="254000" y="8483938"/>
            <a:ext cx="12496800" cy="1015662"/>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Tune: William Gokelman; David Kauffman</a:t>
            </a:r>
            <a:br/>
            <a:r>
              <a:t>Tune: © 2010, 2021 GFTSMUSIC Publishing Company, Inc., admin. Music Services. Used by permission: OneLicense no. 707551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Salutation</a:t>
            </a:r>
          </a:p>
        </p:txBody>
      </p:sp>
      <p:sp>
        <p:nvSpPr>
          <p:cNvPr id="3" name="TextBox"/>
          <p:cNvSpPr>
            <a:spLocks noGrp="1"/>
          </p:cNvSpPr>
          <p:nvPr>
            <p:ph type="body" idx="2"/>
          </p:nvPr>
        </p:nvSpPr>
        <p:spPr>
          <a:xfrm>
            <a:off x="254000" y="900329"/>
            <a:ext cx="12496800" cy="2222011"/>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The Lord be with you.</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And also with you.</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lang="en-US" dirty="0">
                <a:solidFill>
                  <a:schemeClr val="bg1">
                    <a:lumMod val="95000"/>
                  </a:schemeClr>
                </a:solidFill>
              </a:rPr>
              <a:t>Prayer of the Day</a:t>
            </a:r>
            <a:endParaRPr dirty="0">
              <a:solidFill>
                <a:schemeClr val="bg1">
                  <a:lumMod val="95000"/>
                </a:schemeClr>
              </a:solidFill>
            </a:endParaRPr>
          </a:p>
        </p:txBody>
      </p:sp>
      <p:sp>
        <p:nvSpPr>
          <p:cNvPr id="3" name="TextBox"/>
          <p:cNvSpPr>
            <a:spLocks noGrp="1"/>
          </p:cNvSpPr>
          <p:nvPr>
            <p:ph type="body" idx="2"/>
          </p:nvPr>
        </p:nvSpPr>
        <p:spPr>
          <a:xfrm>
            <a:off x="254000" y="900330"/>
            <a:ext cx="12496800" cy="5652870"/>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lang="en-US" dirty="0"/>
              <a:t>We </a:t>
            </a:r>
            <a:r>
              <a:rPr dirty="0"/>
              <a:t>pray.</a:t>
            </a:r>
          </a:p>
          <a:p>
            <a:pPr>
              <a:lnSpc>
                <a:spcPct val="100000"/>
              </a:lnSpc>
              <a:spcBef>
                <a:spcPts val="0"/>
              </a:spcBef>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lang="en-US" dirty="0"/>
              <a:t>Lord God, you call us to work in your kingdom and promise to reward us according to your grace. Help us to rid our minds of worldly expectations and rejoice that you freely pour out the blessings of salvation to all people; through the merits of Jesus Christ our Lord, who lives and reigns with you and the Holy Spirit, one God, now and forever.</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Amen.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lang="en-US" dirty="0"/>
              <a:t>1</a:t>
            </a:r>
            <a:r>
              <a:rPr lang="en-US" baseline="30000" dirty="0"/>
              <a:t>st</a:t>
            </a:r>
            <a:r>
              <a:rPr lang="en-US" dirty="0"/>
              <a:t> Reading          </a:t>
            </a:r>
            <a:r>
              <a:rPr dirty="0"/>
              <a:t>Romans 9:6–8, 16</a:t>
            </a:r>
            <a:r>
              <a:rPr lang="en-US" dirty="0"/>
              <a:t>, EHV</a:t>
            </a:r>
            <a:endParaRPr dirty="0"/>
          </a:p>
        </p:txBody>
      </p:sp>
      <p:sp>
        <p:nvSpPr>
          <p:cNvPr id="3" name="TextBox"/>
          <p:cNvSpPr>
            <a:spLocks noGrp="1"/>
          </p:cNvSpPr>
          <p:nvPr>
            <p:ph type="body" idx="2"/>
          </p:nvPr>
        </p:nvSpPr>
        <p:spPr>
          <a:xfrm>
            <a:off x="254000" y="900330"/>
            <a:ext cx="12496800" cy="7602081"/>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6</a:t>
            </a:r>
            <a:r>
              <a:t>This does not mean that God's word has failed, because not all who are descended from Israel are really Israel, </a:t>
            </a:r>
            <a:r>
              <a:rPr baseline="25000">
                <a:uLnTx/>
                <a:uFillTx/>
              </a:rPr>
              <a:t>7</a:t>
            </a:r>
            <a:r>
              <a:t>and not all who are descended from Abraham are really his children. On the contrary, “Your line of descent will be traced through Isaac.” </a:t>
            </a:r>
            <a:r>
              <a:rPr baseline="25000">
                <a:uLnTx/>
                <a:uFillTx/>
              </a:rPr>
              <a:t>8</a:t>
            </a:r>
            <a:r>
              <a:t>This means that it is not the children of the flesh who are God's children, but it is the children of the promise who are counted as his descendants.</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16</a:t>
            </a:r>
            <a:r>
              <a:t>So then, it does not depend on human desire or effort, but on God's mercy.</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The Word of the Lord.</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Thanks be to God.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C66AB-8DBA-F78D-4F27-4F09C2E441FF}"/>
            </a:ext>
          </a:extLst>
        </p:cNvPr>
        <p:cNvGrpSpPr/>
        <p:nvPr/>
      </p:nvGrpSpPr>
      <p:grpSpPr>
        <a:xfrm>
          <a:off x="0" y="0"/>
          <a:ext cx="0" cy="0"/>
          <a:chOff x="0" y="0"/>
          <a:chExt cx="0" cy="0"/>
        </a:xfrm>
      </p:grpSpPr>
      <p:sp>
        <p:nvSpPr>
          <p:cNvPr id="2" name="TextBox">
            <a:extLst>
              <a:ext uri="{FF2B5EF4-FFF2-40B4-BE49-F238E27FC236}">
                <a16:creationId xmlns:a16="http://schemas.microsoft.com/office/drawing/2014/main" id="{005216E5-2DE7-B5B5-837A-BB5F75AD9AE0}"/>
              </a:ext>
            </a:extLst>
          </p:cNvPr>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25A To You, O LORD, I Lift My Soul</a:t>
            </a:r>
          </a:p>
        </p:txBody>
      </p:sp>
      <p:pic>
        <p:nvPicPr>
          <p:cNvPr id="3" name="Picture">
            <a:extLst>
              <a:ext uri="{FF2B5EF4-FFF2-40B4-BE49-F238E27FC236}">
                <a16:creationId xmlns:a16="http://schemas.microsoft.com/office/drawing/2014/main" id="{CF82BC38-FB20-E93D-294A-D4E9909484A6}"/>
              </a:ext>
            </a:extLst>
          </p:cNvPr>
          <p:cNvPicPr/>
          <p:nvPr/>
        </p:nvPicPr>
        <p:blipFill>
          <a:blip r:embed="rId2"/>
          <a:stretch>
            <a:fillRect/>
          </a:stretch>
        </p:blipFill>
        <p:spPr>
          <a:xfrm>
            <a:off x="254000" y="900330"/>
            <a:ext cx="12496800" cy="2154190"/>
          </a:xfrm>
          <a:prstGeom prst="rect">
            <a:avLst/>
          </a:prstGeom>
        </p:spPr>
      </p:pic>
      <p:pic>
        <p:nvPicPr>
          <p:cNvPr id="4" name="Picture">
            <a:extLst>
              <a:ext uri="{FF2B5EF4-FFF2-40B4-BE49-F238E27FC236}">
                <a16:creationId xmlns:a16="http://schemas.microsoft.com/office/drawing/2014/main" id="{EE5F7E01-A306-E223-736D-ABC2F4809F16}"/>
              </a:ext>
            </a:extLst>
          </p:cNvPr>
          <p:cNvPicPr/>
          <p:nvPr/>
        </p:nvPicPr>
        <p:blipFill>
          <a:blip r:embed="rId3"/>
          <a:stretch>
            <a:fillRect/>
          </a:stretch>
        </p:blipFill>
        <p:spPr>
          <a:xfrm>
            <a:off x="254000" y="3054520"/>
            <a:ext cx="12496800" cy="1875559"/>
          </a:xfrm>
          <a:prstGeom prst="rect">
            <a:avLst/>
          </a:prstGeom>
        </p:spPr>
      </p:pic>
      <p:sp>
        <p:nvSpPr>
          <p:cNvPr id="8" name="Text Placeholder 7">
            <a:extLst>
              <a:ext uri="{FF2B5EF4-FFF2-40B4-BE49-F238E27FC236}">
                <a16:creationId xmlns:a16="http://schemas.microsoft.com/office/drawing/2014/main" id="{5DDA2C55-AF98-2132-4F3D-8549F957653E}"/>
              </a:ext>
            </a:extLst>
          </p:cNvPr>
          <p:cNvSpPr>
            <a:spLocks noGrp="1"/>
          </p:cNvSpPr>
          <p:nvPr>
            <p:ph type="body" idx="2"/>
          </p:nvPr>
        </p:nvSpPr>
        <p:spPr/>
        <p:txBody>
          <a:bodyPr/>
          <a:lstStyle/>
          <a:p>
            <a:endParaRPr lang="en-US" dirty="0"/>
          </a:p>
        </p:txBody>
      </p:sp>
    </p:spTree>
    <p:extLst>
      <p:ext uri="{BB962C8B-B14F-4D97-AF65-F5344CB8AC3E}">
        <p14:creationId xmlns:p14="http://schemas.microsoft.com/office/powerpoint/2010/main" val="1659017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25A To You, O LORD, I Lift My Soul</a:t>
            </a:r>
          </a:p>
        </p:txBody>
      </p:sp>
      <p:pic>
        <p:nvPicPr>
          <p:cNvPr id="5" name="Picture"/>
          <p:cNvPicPr/>
          <p:nvPr/>
        </p:nvPicPr>
        <p:blipFill>
          <a:blip r:embed="rId2"/>
          <a:stretch>
            <a:fillRect/>
          </a:stretch>
        </p:blipFill>
        <p:spPr>
          <a:xfrm>
            <a:off x="254000" y="900330"/>
            <a:ext cx="12496800" cy="3073256"/>
          </a:xfrm>
          <a:prstGeom prst="rect">
            <a:avLst/>
          </a:prstGeom>
        </p:spPr>
      </p:pic>
      <p:sp>
        <p:nvSpPr>
          <p:cNvPr id="6" name="TextBox"/>
          <p:cNvSpPr>
            <a:spLocks noGrp="1"/>
          </p:cNvSpPr>
          <p:nvPr>
            <p:ph type="body" idx="2"/>
          </p:nvPr>
        </p:nvSpPr>
        <p:spPr>
          <a:xfrm>
            <a:off x="254000" y="4319081"/>
            <a:ext cx="12496800" cy="4853804"/>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dirty="0"/>
              <a:t> </a:t>
            </a:r>
            <a:endParaRPr lang="en-US" dirty="0"/>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lang="en-US" dirty="0"/>
              <a:t>In you, </a:t>
            </a:r>
            <a:r>
              <a:rPr lang="en-US" cap="small" dirty="0"/>
              <a:t>Lord </a:t>
            </a:r>
            <a:r>
              <a:rPr lang="en-US" dirty="0"/>
              <a:t>my God, I / put my trust.</a:t>
            </a:r>
            <a:br>
              <a:rPr lang="en-US" dirty="0"/>
            </a:br>
            <a:r>
              <a:rPr lang="en-US" dirty="0"/>
              <a:t>I trust in you; do not let me be / put to shame.</a:t>
            </a:r>
            <a:br>
              <a:rPr lang="en-US" dirty="0"/>
            </a:br>
            <a:r>
              <a:rPr lang="en-US" dirty="0"/>
              <a:t>Show me your ways, </a:t>
            </a:r>
            <a:r>
              <a:rPr lang="en-US" cap="small" dirty="0"/>
              <a:t>Lord</a:t>
            </a:r>
            <a:r>
              <a:rPr lang="en-US" dirty="0"/>
              <a:t>, teach me / your paths.</a:t>
            </a:r>
            <a:br>
              <a:rPr lang="en-US" dirty="0"/>
            </a:br>
            <a:r>
              <a:rPr lang="en-US" dirty="0"/>
              <a:t>Guide me in your truth and teach me, for you are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lang="en-US" dirty="0"/>
              <a:t>      God my / Savior.</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A6A6A-ECF9-063E-6FC9-D9E228C845B8}"/>
            </a:ext>
          </a:extLst>
        </p:cNvPr>
        <p:cNvGrpSpPr/>
        <p:nvPr/>
      </p:nvGrpSpPr>
      <p:grpSpPr>
        <a:xfrm>
          <a:off x="0" y="0"/>
          <a:ext cx="0" cy="0"/>
          <a:chOff x="0" y="0"/>
          <a:chExt cx="0" cy="0"/>
        </a:xfrm>
      </p:grpSpPr>
      <p:sp>
        <p:nvSpPr>
          <p:cNvPr id="2" name="TextBox">
            <a:extLst>
              <a:ext uri="{FF2B5EF4-FFF2-40B4-BE49-F238E27FC236}">
                <a16:creationId xmlns:a16="http://schemas.microsoft.com/office/drawing/2014/main" id="{AE45BDE4-B385-6DBF-9CB2-FDC1D178FCFB}"/>
              </a:ext>
            </a:extLst>
          </p:cNvPr>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25A To You, O LORD, I Lift My Soul</a:t>
            </a:r>
          </a:p>
        </p:txBody>
      </p:sp>
      <p:pic>
        <p:nvPicPr>
          <p:cNvPr id="5" name="Picture">
            <a:extLst>
              <a:ext uri="{FF2B5EF4-FFF2-40B4-BE49-F238E27FC236}">
                <a16:creationId xmlns:a16="http://schemas.microsoft.com/office/drawing/2014/main" id="{B037265A-D2B2-E80B-4183-F378898C2683}"/>
              </a:ext>
            </a:extLst>
          </p:cNvPr>
          <p:cNvPicPr/>
          <p:nvPr/>
        </p:nvPicPr>
        <p:blipFill>
          <a:blip r:embed="rId2"/>
          <a:stretch>
            <a:fillRect/>
          </a:stretch>
        </p:blipFill>
        <p:spPr>
          <a:xfrm>
            <a:off x="254000" y="900330"/>
            <a:ext cx="12496800" cy="3073256"/>
          </a:xfrm>
          <a:prstGeom prst="rect">
            <a:avLst/>
          </a:prstGeom>
        </p:spPr>
      </p:pic>
      <p:sp>
        <p:nvSpPr>
          <p:cNvPr id="6" name="TextBox">
            <a:extLst>
              <a:ext uri="{FF2B5EF4-FFF2-40B4-BE49-F238E27FC236}">
                <a16:creationId xmlns:a16="http://schemas.microsoft.com/office/drawing/2014/main" id="{0CCDAF94-1C48-B0BC-7DC0-0FAB5E2B8CEB}"/>
              </a:ext>
            </a:extLst>
          </p:cNvPr>
          <p:cNvSpPr>
            <a:spLocks noGrp="1"/>
          </p:cNvSpPr>
          <p:nvPr>
            <p:ph type="body" idx="2"/>
          </p:nvPr>
        </p:nvSpPr>
        <p:spPr>
          <a:xfrm>
            <a:off x="254000" y="4319081"/>
            <a:ext cx="12496800" cy="4853804"/>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lang="en-US" dirty="0"/>
              <a:t>Remember, </a:t>
            </a:r>
            <a:r>
              <a:rPr lang="en-US" cap="small" dirty="0"/>
              <a:t>Lord</a:t>
            </a:r>
            <a:r>
              <a:rPr lang="en-US" dirty="0"/>
              <a:t>, your great </a:t>
            </a:r>
            <a:r>
              <a:rPr lang="en-US" dirty="0" err="1"/>
              <a:t>mer</a:t>
            </a:r>
            <a:r>
              <a:rPr lang="en-US" dirty="0"/>
              <a:t>- / cy and love, </a:t>
            </a:r>
            <a:br>
              <a:rPr lang="en-US" dirty="0"/>
            </a:br>
            <a:r>
              <a:rPr lang="en-US" dirty="0"/>
              <a:t>for they are / from of old.</a:t>
            </a:r>
            <a:br>
              <a:rPr lang="en-US" dirty="0"/>
            </a:br>
            <a:r>
              <a:rPr lang="en-US" dirty="0"/>
              <a:t>Do not remember the sins of my youth and my </a:t>
            </a:r>
          </a:p>
          <a:p>
            <a:pPr>
              <a:lnSpc>
                <a:spcPct val="100000"/>
              </a:lnSpc>
              <a:spcBef>
                <a:spcPts val="0"/>
              </a:spcBef>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lang="en-US" dirty="0"/>
              <a:t>       re- / </a:t>
            </a:r>
            <a:r>
              <a:rPr lang="en-US" dirty="0" err="1"/>
              <a:t>bellious</a:t>
            </a:r>
            <a:r>
              <a:rPr lang="en-US" dirty="0"/>
              <a:t> ways; </a:t>
            </a:r>
            <a:br>
              <a:rPr lang="en-US" dirty="0"/>
            </a:br>
            <a:r>
              <a:rPr lang="en-US" dirty="0"/>
              <a:t>according to your love remember me, for you,</a:t>
            </a:r>
          </a:p>
          <a:p>
            <a:pPr>
              <a:lnSpc>
                <a:spcPct val="100000"/>
              </a:lnSpc>
              <a:spcBef>
                <a:spcPts val="0"/>
              </a:spcBef>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lang="en-US" dirty="0"/>
              <a:t>       </a:t>
            </a:r>
            <a:r>
              <a:rPr lang="en-US" cap="small" dirty="0"/>
              <a:t>Lord</a:t>
            </a:r>
            <a:r>
              <a:rPr lang="en-US" dirty="0"/>
              <a:t>, / are good.    </a:t>
            </a:r>
          </a:p>
          <a:p>
            <a:pPr>
              <a:lnSpc>
                <a:spcPct val="100000"/>
              </a:lnSpc>
              <a:spcBef>
                <a:spcPts val="0"/>
              </a:spcBef>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lang="en-US" i="1" dirty="0"/>
              <a:t>                                     </a:t>
            </a:r>
          </a:p>
          <a:p>
            <a:pPr>
              <a:lnSpc>
                <a:spcPct val="100000"/>
              </a:lnSpc>
              <a:spcBef>
                <a:spcPts val="0"/>
              </a:spcBef>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lang="en-US" i="1" dirty="0"/>
              <a:t>                                         Refrain on next slide</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endParaRPr dirty="0"/>
          </a:p>
        </p:txBody>
      </p:sp>
    </p:spTree>
    <p:extLst>
      <p:ext uri="{BB962C8B-B14F-4D97-AF65-F5344CB8AC3E}">
        <p14:creationId xmlns:p14="http://schemas.microsoft.com/office/powerpoint/2010/main" val="690033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44DBB-73D4-7660-FF3A-54A1973CCB8A}"/>
            </a:ext>
          </a:extLst>
        </p:cNvPr>
        <p:cNvGrpSpPr/>
        <p:nvPr/>
      </p:nvGrpSpPr>
      <p:grpSpPr>
        <a:xfrm>
          <a:off x="0" y="0"/>
          <a:ext cx="0" cy="0"/>
          <a:chOff x="0" y="0"/>
          <a:chExt cx="0" cy="0"/>
        </a:xfrm>
      </p:grpSpPr>
      <p:sp>
        <p:nvSpPr>
          <p:cNvPr id="2" name="TextBox">
            <a:extLst>
              <a:ext uri="{FF2B5EF4-FFF2-40B4-BE49-F238E27FC236}">
                <a16:creationId xmlns:a16="http://schemas.microsoft.com/office/drawing/2014/main" id="{D34CB6C9-6531-5A4D-769F-A7A1E64DB31A}"/>
              </a:ext>
            </a:extLst>
          </p:cNvPr>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25A To You, O LORD, I Lift My Soul</a:t>
            </a:r>
          </a:p>
        </p:txBody>
      </p:sp>
      <p:pic>
        <p:nvPicPr>
          <p:cNvPr id="3" name="Picture">
            <a:extLst>
              <a:ext uri="{FF2B5EF4-FFF2-40B4-BE49-F238E27FC236}">
                <a16:creationId xmlns:a16="http://schemas.microsoft.com/office/drawing/2014/main" id="{FA4598E8-CA6C-8B1F-233D-98EB65FE57CD}"/>
              </a:ext>
            </a:extLst>
          </p:cNvPr>
          <p:cNvPicPr/>
          <p:nvPr/>
        </p:nvPicPr>
        <p:blipFill>
          <a:blip r:embed="rId2"/>
          <a:stretch>
            <a:fillRect/>
          </a:stretch>
        </p:blipFill>
        <p:spPr>
          <a:xfrm>
            <a:off x="254000" y="900330"/>
            <a:ext cx="12496800" cy="2154190"/>
          </a:xfrm>
          <a:prstGeom prst="rect">
            <a:avLst/>
          </a:prstGeom>
        </p:spPr>
      </p:pic>
      <p:pic>
        <p:nvPicPr>
          <p:cNvPr id="4" name="Picture">
            <a:extLst>
              <a:ext uri="{FF2B5EF4-FFF2-40B4-BE49-F238E27FC236}">
                <a16:creationId xmlns:a16="http://schemas.microsoft.com/office/drawing/2014/main" id="{CFAA04DE-ABEC-E638-5C61-77472FD84A4B}"/>
              </a:ext>
            </a:extLst>
          </p:cNvPr>
          <p:cNvPicPr/>
          <p:nvPr/>
        </p:nvPicPr>
        <p:blipFill>
          <a:blip r:embed="rId3"/>
          <a:stretch>
            <a:fillRect/>
          </a:stretch>
        </p:blipFill>
        <p:spPr>
          <a:xfrm>
            <a:off x="254000" y="3054520"/>
            <a:ext cx="12496800" cy="1875559"/>
          </a:xfrm>
          <a:prstGeom prst="rect">
            <a:avLst/>
          </a:prstGeom>
        </p:spPr>
      </p:pic>
      <p:sp>
        <p:nvSpPr>
          <p:cNvPr id="8" name="Text Placeholder 7">
            <a:extLst>
              <a:ext uri="{FF2B5EF4-FFF2-40B4-BE49-F238E27FC236}">
                <a16:creationId xmlns:a16="http://schemas.microsoft.com/office/drawing/2014/main" id="{0EBCFF49-B38F-8DB5-CB98-71ECE2285F8A}"/>
              </a:ext>
            </a:extLst>
          </p:cNvPr>
          <p:cNvSpPr>
            <a:spLocks noGrp="1"/>
          </p:cNvSpPr>
          <p:nvPr>
            <p:ph type="body" idx="2"/>
          </p:nvPr>
        </p:nvSpPr>
        <p:spPr/>
        <p:txBody>
          <a:bodyPr/>
          <a:lstStyle/>
          <a:p>
            <a:endParaRPr lang="en-US" dirty="0"/>
          </a:p>
        </p:txBody>
      </p:sp>
    </p:spTree>
    <p:extLst>
      <p:ext uri="{BB962C8B-B14F-4D97-AF65-F5344CB8AC3E}">
        <p14:creationId xmlns:p14="http://schemas.microsoft.com/office/powerpoint/2010/main" val="1422969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C3A2A-C982-B4C8-8928-DE51913230F7}"/>
            </a:ext>
          </a:extLst>
        </p:cNvPr>
        <p:cNvGrpSpPr/>
        <p:nvPr/>
      </p:nvGrpSpPr>
      <p:grpSpPr>
        <a:xfrm>
          <a:off x="0" y="0"/>
          <a:ext cx="0" cy="0"/>
          <a:chOff x="0" y="0"/>
          <a:chExt cx="0" cy="0"/>
        </a:xfrm>
      </p:grpSpPr>
      <p:sp>
        <p:nvSpPr>
          <p:cNvPr id="2" name="TextBox">
            <a:extLst>
              <a:ext uri="{FF2B5EF4-FFF2-40B4-BE49-F238E27FC236}">
                <a16:creationId xmlns:a16="http://schemas.microsoft.com/office/drawing/2014/main" id="{EC5FAC19-4941-5C19-DB75-1D6092D38C14}"/>
              </a:ext>
            </a:extLst>
          </p:cNvPr>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25A To You, O LORD, I Lift My Soul</a:t>
            </a:r>
          </a:p>
        </p:txBody>
      </p:sp>
      <p:pic>
        <p:nvPicPr>
          <p:cNvPr id="5" name="Picture">
            <a:extLst>
              <a:ext uri="{FF2B5EF4-FFF2-40B4-BE49-F238E27FC236}">
                <a16:creationId xmlns:a16="http://schemas.microsoft.com/office/drawing/2014/main" id="{C8C963E3-6500-704F-C78D-40DBD708DE3C}"/>
              </a:ext>
            </a:extLst>
          </p:cNvPr>
          <p:cNvPicPr/>
          <p:nvPr/>
        </p:nvPicPr>
        <p:blipFill>
          <a:blip r:embed="rId2"/>
          <a:stretch>
            <a:fillRect/>
          </a:stretch>
        </p:blipFill>
        <p:spPr>
          <a:xfrm>
            <a:off x="254000" y="900330"/>
            <a:ext cx="12496800" cy="3073256"/>
          </a:xfrm>
          <a:prstGeom prst="rect">
            <a:avLst/>
          </a:prstGeom>
        </p:spPr>
      </p:pic>
      <p:sp>
        <p:nvSpPr>
          <p:cNvPr id="6" name="TextBox">
            <a:extLst>
              <a:ext uri="{FF2B5EF4-FFF2-40B4-BE49-F238E27FC236}">
                <a16:creationId xmlns:a16="http://schemas.microsoft.com/office/drawing/2014/main" id="{60CE8B2A-6DEF-934C-317B-80E9EABED850}"/>
              </a:ext>
            </a:extLst>
          </p:cNvPr>
          <p:cNvSpPr>
            <a:spLocks noGrp="1"/>
          </p:cNvSpPr>
          <p:nvPr>
            <p:ph type="body" idx="2"/>
          </p:nvPr>
        </p:nvSpPr>
        <p:spPr>
          <a:xfrm>
            <a:off x="254000" y="4319081"/>
            <a:ext cx="12496800" cy="4853804"/>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dirty="0"/>
              <a:t> </a:t>
            </a:r>
            <a:endParaRPr lang="en-US" dirty="0"/>
          </a:p>
          <a:p>
            <a:pPr>
              <a:lnSpc>
                <a:spcPct val="100000"/>
              </a:lnSpc>
              <a:spcBef>
                <a:spcPts val="0"/>
              </a:spcBef>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lang="en-US" cap="small" dirty="0"/>
              <a:t>Lord</a:t>
            </a:r>
            <a:r>
              <a:rPr lang="en-US" dirty="0"/>
              <a:t>, forgive my iniquity, though / it is great.</a:t>
            </a:r>
            <a:br>
              <a:rPr lang="en-US" dirty="0"/>
            </a:br>
            <a:r>
              <a:rPr lang="en-US" dirty="0"/>
              <a:t>Turn to me and be gracious to me, for I am lonely</a:t>
            </a:r>
          </a:p>
          <a:p>
            <a:pPr>
              <a:lnSpc>
                <a:spcPct val="100000"/>
              </a:lnSpc>
              <a:spcBef>
                <a:spcPts val="0"/>
              </a:spcBef>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lang="en-US" dirty="0"/>
              <a:t>      and </a:t>
            </a:r>
            <a:r>
              <a:rPr lang="en-US" dirty="0" err="1"/>
              <a:t>af</a:t>
            </a:r>
            <a:r>
              <a:rPr lang="en-US" dirty="0"/>
              <a:t>- / </a:t>
            </a:r>
            <a:r>
              <a:rPr lang="en-US" dirty="0" err="1"/>
              <a:t>flicted</a:t>
            </a:r>
            <a:r>
              <a:rPr lang="en-US" dirty="0"/>
              <a:t>.</a:t>
            </a:r>
            <a:br>
              <a:rPr lang="en-US" dirty="0"/>
            </a:br>
            <a:r>
              <a:rPr lang="en-US" dirty="0"/>
              <a:t>Look on my affliction and / my distress</a:t>
            </a:r>
            <a:br>
              <a:rPr lang="en-US" dirty="0"/>
            </a:br>
            <a:r>
              <a:rPr lang="en-US" dirty="0"/>
              <a:t>and take away / all my sins.</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endParaRPr dirty="0"/>
          </a:p>
        </p:txBody>
      </p:sp>
    </p:spTree>
    <p:extLst>
      <p:ext uri="{BB962C8B-B14F-4D97-AF65-F5344CB8AC3E}">
        <p14:creationId xmlns:p14="http://schemas.microsoft.com/office/powerpoint/2010/main" val="2421689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7C34E-B377-7249-2B62-F2A6E9EB8713}"/>
            </a:ext>
          </a:extLst>
        </p:cNvPr>
        <p:cNvGrpSpPr/>
        <p:nvPr/>
      </p:nvGrpSpPr>
      <p:grpSpPr>
        <a:xfrm>
          <a:off x="0" y="0"/>
          <a:ext cx="0" cy="0"/>
          <a:chOff x="0" y="0"/>
          <a:chExt cx="0" cy="0"/>
        </a:xfrm>
      </p:grpSpPr>
      <p:sp>
        <p:nvSpPr>
          <p:cNvPr id="2" name="TextBox">
            <a:extLst>
              <a:ext uri="{FF2B5EF4-FFF2-40B4-BE49-F238E27FC236}">
                <a16:creationId xmlns:a16="http://schemas.microsoft.com/office/drawing/2014/main" id="{9A30E512-A135-0097-B60A-0425D69A247E}"/>
              </a:ext>
            </a:extLst>
          </p:cNvPr>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25A To You, O LORD, I Lift My Soul</a:t>
            </a:r>
          </a:p>
        </p:txBody>
      </p:sp>
      <p:pic>
        <p:nvPicPr>
          <p:cNvPr id="5" name="Picture">
            <a:extLst>
              <a:ext uri="{FF2B5EF4-FFF2-40B4-BE49-F238E27FC236}">
                <a16:creationId xmlns:a16="http://schemas.microsoft.com/office/drawing/2014/main" id="{B41ED242-9B63-CC7E-510B-F684618F7693}"/>
              </a:ext>
            </a:extLst>
          </p:cNvPr>
          <p:cNvPicPr/>
          <p:nvPr/>
        </p:nvPicPr>
        <p:blipFill>
          <a:blip r:embed="rId2"/>
          <a:stretch>
            <a:fillRect/>
          </a:stretch>
        </p:blipFill>
        <p:spPr>
          <a:xfrm>
            <a:off x="254000" y="900330"/>
            <a:ext cx="12496800" cy="3073256"/>
          </a:xfrm>
          <a:prstGeom prst="rect">
            <a:avLst/>
          </a:prstGeom>
        </p:spPr>
      </p:pic>
      <p:sp>
        <p:nvSpPr>
          <p:cNvPr id="6" name="TextBox">
            <a:extLst>
              <a:ext uri="{FF2B5EF4-FFF2-40B4-BE49-F238E27FC236}">
                <a16:creationId xmlns:a16="http://schemas.microsoft.com/office/drawing/2014/main" id="{DDA12ED8-208C-751F-4CE5-A85BF0A16D65}"/>
              </a:ext>
            </a:extLst>
          </p:cNvPr>
          <p:cNvSpPr>
            <a:spLocks noGrp="1"/>
          </p:cNvSpPr>
          <p:nvPr>
            <p:ph type="body" idx="2"/>
          </p:nvPr>
        </p:nvSpPr>
        <p:spPr>
          <a:xfrm>
            <a:off x="254000" y="3973586"/>
            <a:ext cx="12496800" cy="5487500"/>
          </a:xfrm>
          <a:prstGeom prst="rect">
            <a:avLst/>
          </a:prstGeom>
        </p:spPr>
        <p:txBody>
          <a:bodyPr/>
          <a:lstStyle/>
          <a:p>
            <a:pPr>
              <a:lnSpc>
                <a:spcPct val="100000"/>
              </a:lnSpc>
              <a:spcBef>
                <a:spcPts val="0"/>
              </a:spcBef>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endParaRPr lang="en-US" b="1" dirty="0"/>
          </a:p>
          <a:p>
            <a:pPr>
              <a:lnSpc>
                <a:spcPct val="100000"/>
              </a:lnSpc>
              <a:spcBef>
                <a:spcPts val="0"/>
              </a:spcBef>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lang="en-US" b="1" dirty="0"/>
              <a:t>Glory be to the Father and</a:t>
            </a:r>
            <a:r>
              <a:rPr lang="en-US" dirty="0"/>
              <a:t> /</a:t>
            </a:r>
            <a:r>
              <a:rPr lang="en-US" b="1" dirty="0"/>
              <a:t> to the Son</a:t>
            </a:r>
            <a:r>
              <a:rPr lang="en-US" i="1" dirty="0"/>
              <a:t>                                     </a:t>
            </a:r>
          </a:p>
          <a:p>
            <a:pPr>
              <a:lnSpc>
                <a:spcPct val="100000"/>
              </a:lnSpc>
              <a:spcBef>
                <a:spcPts val="0"/>
              </a:spcBef>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lang="en-US" b="1" dirty="0"/>
              <a:t>and to the Holy</a:t>
            </a:r>
            <a:r>
              <a:rPr lang="en-US" dirty="0"/>
              <a:t> /</a:t>
            </a:r>
            <a:r>
              <a:rPr lang="en-US" b="1" dirty="0"/>
              <a:t> Spirit,</a:t>
            </a:r>
            <a:br>
              <a:rPr lang="en-US" dirty="0"/>
            </a:br>
            <a:r>
              <a:rPr lang="en-US" b="1" dirty="0"/>
              <a:t>as it was in the be-</a:t>
            </a:r>
            <a:r>
              <a:rPr lang="en-US" dirty="0"/>
              <a:t> /</a:t>
            </a:r>
            <a:r>
              <a:rPr lang="en-US" b="1" dirty="0"/>
              <a:t> ginning,</a:t>
            </a:r>
            <a:br>
              <a:rPr lang="en-US" dirty="0"/>
            </a:br>
            <a:r>
              <a:rPr lang="en-US" b="1" dirty="0"/>
              <a:t>is now, and will be forever.</a:t>
            </a:r>
            <a:r>
              <a:rPr lang="en-US" dirty="0"/>
              <a:t> /</a:t>
            </a:r>
            <a:r>
              <a:rPr lang="en-US" b="1" dirty="0"/>
              <a:t> Amen.  </a:t>
            </a:r>
            <a:r>
              <a:rPr lang="en-US" dirty="0"/>
              <a:t>  </a:t>
            </a:r>
            <a:endParaRPr lang="en-US" i="1" dirty="0"/>
          </a:p>
          <a:p>
            <a:pPr>
              <a:lnSpc>
                <a:spcPct val="100000"/>
              </a:lnSpc>
              <a:spcBef>
                <a:spcPts val="0"/>
              </a:spcBef>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endParaRPr lang="en-US" i="1" dirty="0"/>
          </a:p>
          <a:p>
            <a:pPr>
              <a:lnSpc>
                <a:spcPct val="100000"/>
              </a:lnSpc>
              <a:spcBef>
                <a:spcPts val="0"/>
              </a:spcBef>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lang="en-US" i="1" dirty="0"/>
              <a:t>                                           Refrain on next slide</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endParaRPr dirty="0"/>
          </a:p>
        </p:txBody>
      </p:sp>
    </p:spTree>
    <p:extLst>
      <p:ext uri="{BB962C8B-B14F-4D97-AF65-F5344CB8AC3E}">
        <p14:creationId xmlns:p14="http://schemas.microsoft.com/office/powerpoint/2010/main" val="3934047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9F779-A53B-4E6F-90F7-2D3B72F7D1A2}"/>
            </a:ext>
          </a:extLst>
        </p:cNvPr>
        <p:cNvGrpSpPr/>
        <p:nvPr/>
      </p:nvGrpSpPr>
      <p:grpSpPr>
        <a:xfrm>
          <a:off x="0" y="0"/>
          <a:ext cx="0" cy="0"/>
          <a:chOff x="0" y="0"/>
          <a:chExt cx="0" cy="0"/>
        </a:xfrm>
      </p:grpSpPr>
      <p:sp>
        <p:nvSpPr>
          <p:cNvPr id="2" name="TextBox">
            <a:extLst>
              <a:ext uri="{FF2B5EF4-FFF2-40B4-BE49-F238E27FC236}">
                <a16:creationId xmlns:a16="http://schemas.microsoft.com/office/drawing/2014/main" id="{C36E6421-D740-18D4-A431-01987068ED63}"/>
              </a:ext>
            </a:extLst>
          </p:cNvPr>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25A To You, O LORD, I Lift My Soul</a:t>
            </a:r>
          </a:p>
        </p:txBody>
      </p:sp>
      <p:pic>
        <p:nvPicPr>
          <p:cNvPr id="3" name="Picture">
            <a:extLst>
              <a:ext uri="{FF2B5EF4-FFF2-40B4-BE49-F238E27FC236}">
                <a16:creationId xmlns:a16="http://schemas.microsoft.com/office/drawing/2014/main" id="{D9D778E1-1F97-321D-E72F-02CF728330C0}"/>
              </a:ext>
            </a:extLst>
          </p:cNvPr>
          <p:cNvPicPr/>
          <p:nvPr/>
        </p:nvPicPr>
        <p:blipFill>
          <a:blip r:embed="rId2"/>
          <a:stretch>
            <a:fillRect/>
          </a:stretch>
        </p:blipFill>
        <p:spPr>
          <a:xfrm>
            <a:off x="254000" y="900330"/>
            <a:ext cx="12496800" cy="2154190"/>
          </a:xfrm>
          <a:prstGeom prst="rect">
            <a:avLst/>
          </a:prstGeom>
        </p:spPr>
      </p:pic>
      <p:pic>
        <p:nvPicPr>
          <p:cNvPr id="4" name="Picture">
            <a:extLst>
              <a:ext uri="{FF2B5EF4-FFF2-40B4-BE49-F238E27FC236}">
                <a16:creationId xmlns:a16="http://schemas.microsoft.com/office/drawing/2014/main" id="{93CB28F6-0D79-F1A7-43EB-D9FA8876AB68}"/>
              </a:ext>
            </a:extLst>
          </p:cNvPr>
          <p:cNvPicPr/>
          <p:nvPr/>
        </p:nvPicPr>
        <p:blipFill>
          <a:blip r:embed="rId3"/>
          <a:stretch>
            <a:fillRect/>
          </a:stretch>
        </p:blipFill>
        <p:spPr>
          <a:xfrm>
            <a:off x="254000" y="3054520"/>
            <a:ext cx="12496800" cy="1875559"/>
          </a:xfrm>
          <a:prstGeom prst="rect">
            <a:avLst/>
          </a:prstGeom>
        </p:spPr>
      </p:pic>
      <p:sp>
        <p:nvSpPr>
          <p:cNvPr id="8" name="Text Placeholder 7">
            <a:extLst>
              <a:ext uri="{FF2B5EF4-FFF2-40B4-BE49-F238E27FC236}">
                <a16:creationId xmlns:a16="http://schemas.microsoft.com/office/drawing/2014/main" id="{0DFA8946-BFDA-04B7-098B-A57971E5526C}"/>
              </a:ext>
            </a:extLst>
          </p:cNvPr>
          <p:cNvSpPr>
            <a:spLocks noGrp="1"/>
          </p:cNvSpPr>
          <p:nvPr>
            <p:ph type="body" idx="2"/>
          </p:nvPr>
        </p:nvSpPr>
        <p:spPr/>
        <p:txBody>
          <a:bodyPr/>
          <a:lstStyle/>
          <a:p>
            <a:endParaRPr lang="en-US" dirty="0"/>
          </a:p>
        </p:txBody>
      </p:sp>
      <p:sp>
        <p:nvSpPr>
          <p:cNvPr id="6" name="TextBox">
            <a:extLst>
              <a:ext uri="{FF2B5EF4-FFF2-40B4-BE49-F238E27FC236}">
                <a16:creationId xmlns:a16="http://schemas.microsoft.com/office/drawing/2014/main" id="{CEBA0143-2771-F5C6-10FD-85D560CD5761}"/>
              </a:ext>
            </a:extLst>
          </p:cNvPr>
          <p:cNvSpPr txBox="1">
            <a:spLocks/>
          </p:cNvSpPr>
          <p:nvPr/>
        </p:nvSpPr>
        <p:spPr>
          <a:xfrm>
            <a:off x="254000" y="8483938"/>
            <a:ext cx="12496800" cy="10156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defRPr sz="2200" b="0" i="0" u="none">
                <a:solidFill>
                  <a:srgbClr val="F6F0F0"/>
                </a:solidFill>
                <a:uLnTx/>
                <a:uFillTx/>
                <a:latin typeface="Verdana"/>
              </a:defRPr>
            </a:pPr>
            <a:r>
              <a:rPr lang="en-US" sz="2200">
                <a:solidFill>
                  <a:srgbClr val="F6F0F0"/>
                </a:solidFill>
                <a:latin typeface="Verdana"/>
              </a:rPr>
              <a:t>Tune: Mark Haas</a:t>
            </a:r>
            <a:br>
              <a:rPr lang="en-US" sz="2200">
                <a:solidFill>
                  <a:srgbClr val="F6F0F0"/>
                </a:solidFill>
                <a:latin typeface="Verdana"/>
              </a:rPr>
            </a:br>
            <a:r>
              <a:rPr lang="en-US" sz="2200">
                <a:solidFill>
                  <a:srgbClr val="F6F0F0"/>
                </a:solidFill>
                <a:latin typeface="Verdana"/>
              </a:rPr>
              <a:t>Setting: Mark Haas</a:t>
            </a:r>
            <a:br>
              <a:rPr lang="en-US" sz="2200">
                <a:solidFill>
                  <a:srgbClr val="F6F0F0"/>
                </a:solidFill>
                <a:latin typeface="Verdana"/>
              </a:rPr>
            </a:br>
            <a:r>
              <a:rPr lang="en-US" sz="2200">
                <a:solidFill>
                  <a:srgbClr val="F6F0F0"/>
                </a:solidFill>
                <a:latin typeface="Verdana"/>
              </a:rPr>
              <a:t>Music: © 2014 Mark Haas. Used by permission: OneLicense no. 707551</a:t>
            </a:r>
            <a:endParaRPr lang="en-US" sz="2200" dirty="0">
              <a:solidFill>
                <a:srgbClr val="F6F0F0"/>
              </a:solidFill>
              <a:latin typeface="Verdana"/>
            </a:endParaRPr>
          </a:p>
        </p:txBody>
      </p:sp>
    </p:spTree>
    <p:extLst>
      <p:ext uri="{BB962C8B-B14F-4D97-AF65-F5344CB8AC3E}">
        <p14:creationId xmlns:p14="http://schemas.microsoft.com/office/powerpoint/2010/main" val="4440017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dirty="0"/>
              <a:t>Gospel Acclamation </a:t>
            </a:r>
            <a:r>
              <a:rPr lang="en-US" dirty="0"/>
              <a:t>          </a:t>
            </a:r>
            <a:r>
              <a:rPr lang="en-US" dirty="0">
                <a:solidFill>
                  <a:schemeClr val="bg1">
                    <a:lumMod val="95000"/>
                  </a:schemeClr>
                </a:solidFill>
              </a:rPr>
              <a:t>Ephesians 2:8</a:t>
            </a:r>
            <a:endParaRPr dirty="0">
              <a:solidFill>
                <a:srgbClr val="FF0000"/>
              </a:solidFill>
            </a:endParaRPr>
          </a:p>
        </p:txBody>
      </p:sp>
      <p:pic>
        <p:nvPicPr>
          <p:cNvPr id="3" name="Picture"/>
          <p:cNvPicPr/>
          <p:nvPr/>
        </p:nvPicPr>
        <p:blipFill>
          <a:blip r:embed="rId2"/>
          <a:stretch>
            <a:fillRect/>
          </a:stretch>
        </p:blipFill>
        <p:spPr>
          <a:xfrm>
            <a:off x="254000" y="1703899"/>
            <a:ext cx="12496800" cy="5032855"/>
          </a:xfrm>
          <a:prstGeom prst="rect">
            <a:avLst/>
          </a:prstGeom>
        </p:spPr>
      </p:pic>
    </p:spTree>
    <p:extLst>
      <p:ext uri="{BB962C8B-B14F-4D97-AF65-F5344CB8AC3E}">
        <p14:creationId xmlns:p14="http://schemas.microsoft.com/office/powerpoint/2010/main" val="7935241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Gospel Acclamation - Setting 3</a:t>
            </a:r>
          </a:p>
        </p:txBody>
      </p:sp>
      <p:pic>
        <p:nvPicPr>
          <p:cNvPr id="3" name="Picture"/>
          <p:cNvPicPr/>
          <p:nvPr/>
        </p:nvPicPr>
        <p:blipFill>
          <a:blip r:embed="rId2"/>
          <a:stretch>
            <a:fillRect/>
          </a:stretch>
        </p:blipFill>
        <p:spPr>
          <a:xfrm>
            <a:off x="254000" y="900330"/>
            <a:ext cx="12496800" cy="3634146"/>
          </a:xfrm>
          <a:prstGeom prst="rect">
            <a:avLst/>
          </a:prstGeom>
        </p:spPr>
      </p:pic>
      <p:sp>
        <p:nvSpPr>
          <p:cNvPr id="4" name="TextBox"/>
          <p:cNvSpPr>
            <a:spLocks noGrp="1"/>
          </p:cNvSpPr>
          <p:nvPr>
            <p:ph type="body" idx="2"/>
          </p:nvPr>
        </p:nvSpPr>
        <p:spPr>
          <a:xfrm>
            <a:off x="254000" y="8822492"/>
            <a:ext cx="12496800" cy="677108"/>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Tune: © 2010, 2021 GFTSMUSIC Publishing Company, Inc., admin. Music Services. Used by permission: OneLicense no. 707551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lang="en-US" dirty="0"/>
              <a:t>Gospel Acclamation           </a:t>
            </a:r>
          </a:p>
        </p:txBody>
      </p:sp>
      <p:pic>
        <p:nvPicPr>
          <p:cNvPr id="3" name="Picture"/>
          <p:cNvPicPr/>
          <p:nvPr/>
        </p:nvPicPr>
        <p:blipFill>
          <a:blip r:embed="rId2"/>
          <a:stretch>
            <a:fillRect/>
          </a:stretch>
        </p:blipFill>
        <p:spPr>
          <a:xfrm>
            <a:off x="254000" y="1717757"/>
            <a:ext cx="12496800" cy="5032855"/>
          </a:xfrm>
          <a:prstGeom prst="rect">
            <a:avLst/>
          </a:prstGeom>
        </p:spPr>
      </p:pic>
      <p:sp>
        <p:nvSpPr>
          <p:cNvPr id="5" name="TextBox"/>
          <p:cNvSpPr>
            <a:spLocks noGrp="1"/>
          </p:cNvSpPr>
          <p:nvPr>
            <p:ph type="body" idx="2"/>
          </p:nvPr>
        </p:nvSpPr>
        <p:spPr>
          <a:xfrm>
            <a:off x="254000" y="8822492"/>
            <a:ext cx="12496800" cy="677108"/>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Tune: © 2010, 2021 GFTSMUSIC Publishing Company, Inc., admin. Music Services. Used by permission: OneLicense no. 707551</a:t>
            </a:r>
          </a:p>
        </p:txBody>
      </p:sp>
    </p:spTree>
    <p:extLst>
      <p:ext uri="{BB962C8B-B14F-4D97-AF65-F5344CB8AC3E}">
        <p14:creationId xmlns:p14="http://schemas.microsoft.com/office/powerpoint/2010/main" val="438924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lang="en-US" dirty="0"/>
              <a:t>2</a:t>
            </a:r>
            <a:r>
              <a:rPr lang="en-US" baseline="30000" dirty="0"/>
              <a:t>nd</a:t>
            </a:r>
            <a:r>
              <a:rPr lang="en-US" dirty="0"/>
              <a:t> Reading          </a:t>
            </a:r>
            <a:r>
              <a:rPr dirty="0"/>
              <a:t>Matthew 20:1–16</a:t>
            </a:r>
            <a:r>
              <a:rPr lang="en-US" dirty="0"/>
              <a:t>, EHV</a:t>
            </a:r>
            <a:endParaRPr dirty="0"/>
          </a:p>
        </p:txBody>
      </p:sp>
      <p:sp>
        <p:nvSpPr>
          <p:cNvPr id="3" name="TextBox"/>
          <p:cNvSpPr>
            <a:spLocks noGrp="1"/>
          </p:cNvSpPr>
          <p:nvPr>
            <p:ph type="body" idx="2"/>
          </p:nvPr>
        </p:nvSpPr>
        <p:spPr>
          <a:xfrm>
            <a:off x="254000" y="900330"/>
            <a:ext cx="12496800" cy="8186859"/>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1</a:t>
            </a:r>
            <a:r>
              <a:t>“Indeed the kingdom of heaven is like a landowner who went out early in the morning to hire workers for his vineyard. </a:t>
            </a:r>
            <a:r>
              <a:rPr baseline="25000">
                <a:uLnTx/>
                <a:uFillTx/>
              </a:rPr>
              <a:t>2</a:t>
            </a:r>
            <a:r>
              <a:t>After agreeing to pay the workers a denarius for the day, he sent them into his vineyard. </a:t>
            </a:r>
            <a:r>
              <a:rPr baseline="25000">
                <a:uLnTx/>
                <a:uFillTx/>
              </a:rPr>
              <a:t>3</a:t>
            </a:r>
            <a:r>
              <a:t>He also went out about the third hour and saw others standing unemployed in the marketplace. </a:t>
            </a:r>
            <a:r>
              <a:rPr baseline="25000">
                <a:uLnTx/>
                <a:uFillTx/>
              </a:rPr>
              <a:t>4</a:t>
            </a:r>
            <a:r>
              <a:t>To these he said, ‘You also go into the vineyard, and I will give you whatever is right.’ So they went. </a:t>
            </a:r>
            <a:r>
              <a:rPr baseline="25000">
                <a:uLnTx/>
                <a:uFillTx/>
              </a:rPr>
              <a:t>5</a:t>
            </a:r>
            <a:r>
              <a:t>Again he went out about the sixth and the ninth hour and did the same thing. </a:t>
            </a:r>
            <a:r>
              <a:rPr baseline="25000">
                <a:uLnTx/>
                <a:uFillTx/>
              </a:rPr>
              <a:t>6</a:t>
            </a:r>
            <a:r>
              <a:t>When he went out about the eleventh hour, he found others standing unemployed. He said to them, ‘Why have you stood here all day unemployed?’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a:lnSpc>
                <a:spcPct val="100000"/>
              </a:lnSpc>
              <a:spcBef>
                <a:spcPts val="0"/>
              </a:spcBef>
              <a:tabLst>
                <a:tab pos="899769600" algn="r"/>
              </a:tabLst>
              <a:defRPr sz="4200" b="1" i="0" u="none">
                <a:solidFill>
                  <a:srgbClr val="FBF6F6"/>
                </a:solidFill>
                <a:uLnTx/>
                <a:uFillTx/>
                <a:latin typeface="Verdana"/>
              </a:defRPr>
            </a:pPr>
            <a:r>
              <a:rPr lang="en-US" dirty="0"/>
              <a:t>2</a:t>
            </a:r>
            <a:r>
              <a:rPr lang="en-US" baseline="30000" dirty="0"/>
              <a:t>nd</a:t>
            </a:r>
            <a:r>
              <a:rPr lang="en-US" dirty="0"/>
              <a:t> Reading          Matthew 20:1–16, EHV</a:t>
            </a:r>
          </a:p>
        </p:txBody>
      </p:sp>
      <p:sp>
        <p:nvSpPr>
          <p:cNvPr id="3" name="TextBox"/>
          <p:cNvSpPr>
            <a:spLocks noGrp="1"/>
          </p:cNvSpPr>
          <p:nvPr>
            <p:ph type="body" idx="2"/>
          </p:nvPr>
        </p:nvSpPr>
        <p:spPr>
          <a:xfrm>
            <a:off x="254000" y="900330"/>
            <a:ext cx="12496800" cy="8186858"/>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7</a:t>
            </a:r>
            <a:r>
              <a:t>“They said to him, ‘Because no one hired us.’</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“He told them, ‘You also go into the vineyard.’ </a:t>
            </a:r>
            <a:r>
              <a:rPr baseline="25000">
                <a:uLnTx/>
                <a:uFillTx/>
              </a:rPr>
              <a:t>8</a:t>
            </a:r>
            <a:r>
              <a:t>When it was evening, the owner of the vineyard said to his foreman, ‘Call the workers and pay them their wages, starting with the last group and ending with the first.’</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9</a:t>
            </a:r>
            <a:r>
              <a:t>“When those who were hired around the eleventh hour came, they each received a denarius. </a:t>
            </a:r>
            <a:r>
              <a:rPr baseline="25000">
                <a:uLnTx/>
                <a:uFillTx/>
              </a:rPr>
              <a:t>10</a:t>
            </a:r>
            <a:r>
              <a:t>When those who were hired first came, they thought they would receive more. But they each received a denarius too. </a:t>
            </a:r>
            <a:r>
              <a:rPr baseline="25000">
                <a:uLnTx/>
                <a:uFillTx/>
              </a:rPr>
              <a:t>11</a:t>
            </a:r>
            <a:r>
              <a:t>After they received it, they began to grumble against the landowner: </a:t>
            </a:r>
            <a:r>
              <a:rPr baseline="25000">
                <a:uLnTx/>
                <a:uFillTx/>
              </a:rPr>
              <a:t>12</a:t>
            </a:r>
            <a:r>
              <a:t>‘Those who were last worked one hour, and you made them equal to us who have endured the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a:lnSpc>
                <a:spcPct val="100000"/>
              </a:lnSpc>
              <a:spcBef>
                <a:spcPts val="0"/>
              </a:spcBef>
              <a:tabLst>
                <a:tab pos="899769600" algn="r"/>
              </a:tabLst>
              <a:defRPr sz="4200" b="1" i="0" u="none">
                <a:solidFill>
                  <a:srgbClr val="FBF6F6"/>
                </a:solidFill>
                <a:uLnTx/>
                <a:uFillTx/>
                <a:latin typeface="Verdana"/>
              </a:defRPr>
            </a:pPr>
            <a:r>
              <a:rPr lang="en-US" dirty="0"/>
              <a:t>2</a:t>
            </a:r>
            <a:r>
              <a:rPr lang="en-US" baseline="30000" dirty="0"/>
              <a:t>nd</a:t>
            </a:r>
            <a:r>
              <a:rPr lang="en-US" dirty="0"/>
              <a:t> Reading          Matthew 20:1–16, EHV</a:t>
            </a:r>
          </a:p>
        </p:txBody>
      </p:sp>
      <p:sp>
        <p:nvSpPr>
          <p:cNvPr id="3" name="TextBox"/>
          <p:cNvSpPr>
            <a:spLocks noGrp="1"/>
          </p:cNvSpPr>
          <p:nvPr>
            <p:ph type="body" idx="2"/>
          </p:nvPr>
        </p:nvSpPr>
        <p:spPr>
          <a:xfrm>
            <a:off x="254000" y="900330"/>
            <a:ext cx="12496800" cy="7017305"/>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burden of the day and the scorching heat!’</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r>
              <a:rPr baseline="25000">
                <a:uLnTx/>
                <a:uFillTx/>
              </a:rPr>
              <a:t>13</a:t>
            </a:r>
            <a:r>
              <a:t>“But he answered one of them, ‘Friend, I am doing you no wrong. Did you not make an agreement with me for a denarius? </a:t>
            </a:r>
            <a:r>
              <a:rPr baseline="25000">
                <a:uLnTx/>
                <a:uFillTx/>
              </a:rPr>
              <a:t>14</a:t>
            </a:r>
            <a:r>
              <a:t>Take what is yours and go. I want to give to the last one hired the same as I also gave to you. </a:t>
            </a:r>
            <a:r>
              <a:rPr baseline="25000">
                <a:uLnTx/>
                <a:uFillTx/>
              </a:rPr>
              <a:t>15</a:t>
            </a:r>
            <a:r>
              <a:t>Can't I do what I want with my own money? Or are you envious because I am generous?’ </a:t>
            </a:r>
            <a:r>
              <a:rPr baseline="25000">
                <a:uLnTx/>
                <a:uFillTx/>
              </a:rPr>
              <a:t>16</a:t>
            </a:r>
            <a:r>
              <a:t>In the same way, the last will be first, and the first, last.”</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t>The Gospel of the Lord.</a:t>
            </a:r>
          </a:p>
          <a:p>
            <a:pPr marL="0" marR="0" indent="0" algn="l">
              <a:lnSpc>
                <a:spcPct val="100000"/>
              </a:lnSpc>
              <a:spcBef>
                <a:spcPts val="0"/>
              </a:spcBef>
              <a:spcAft>
                <a:spcPts val="0"/>
              </a:spcAft>
              <a:buNone/>
              <a:tabLst>
                <a:tab pos="482600" algn="l"/>
                <a:tab pos="965200" algn="l"/>
                <a:tab pos="1447800" algn="l"/>
                <a:tab pos="1930400" algn="l"/>
                <a:tab pos="2413000" algn="l"/>
                <a:tab pos="2895600" algn="l"/>
                <a:tab pos="3378200" algn="l"/>
                <a:tab pos="3860800" algn="l"/>
                <a:tab pos="4343400" algn="l"/>
                <a:tab pos="4826000" algn="l"/>
                <a:tab pos="5308600" algn="l"/>
              </a:tabLst>
              <a:defRPr sz="3800" b="0" i="0" u="none">
                <a:solidFill>
                  <a:srgbClr val="F4ECEC"/>
                </a:solidFill>
                <a:uLnTx/>
                <a:uFillTx/>
                <a:latin typeface="Verdana"/>
              </a:defRPr>
            </a:pPr>
            <a:r>
              <a:rPr b="1"/>
              <a:t>Praise be to you, O Christ!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F9CC3D4-CA33-04C6-EC1F-D749BF8121BC}"/>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1FF23070-884F-4411-65B5-1D86984C4C3A}"/>
              </a:ext>
            </a:extLst>
          </p:cNvPr>
          <p:cNvSpPr>
            <a:spLocks noGrp="1"/>
          </p:cNvSpPr>
          <p:nvPr>
            <p:ph type="body" idx="2"/>
          </p:nvPr>
        </p:nvSpPr>
        <p:spPr/>
        <p:txBody>
          <a:bodyPr/>
          <a:lstStyle/>
          <a:p>
            <a:endParaRPr lang="en-US" dirty="0"/>
          </a:p>
          <a:p>
            <a:endParaRPr lang="en-US" dirty="0"/>
          </a:p>
          <a:p>
            <a:r>
              <a:rPr lang="en-US" b="1" dirty="0"/>
              <a:t>Children’s Message</a:t>
            </a:r>
          </a:p>
        </p:txBody>
      </p:sp>
    </p:spTree>
    <p:extLst>
      <p:ext uri="{BB962C8B-B14F-4D97-AF65-F5344CB8AC3E}">
        <p14:creationId xmlns:p14="http://schemas.microsoft.com/office/powerpoint/2010/main" val="13508176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575 By Grace I’m Saved</a:t>
            </a:r>
          </a:p>
        </p:txBody>
      </p:sp>
      <p:pic>
        <p:nvPicPr>
          <p:cNvPr id="3" name="Picture"/>
          <p:cNvPicPr/>
          <p:nvPr/>
        </p:nvPicPr>
        <p:blipFill>
          <a:blip r:embed="rId2"/>
          <a:stretch>
            <a:fillRect/>
          </a:stretch>
        </p:blipFill>
        <p:spPr>
          <a:xfrm>
            <a:off x="254000" y="900330"/>
            <a:ext cx="12496800" cy="1547539"/>
          </a:xfrm>
          <a:prstGeom prst="rect">
            <a:avLst/>
          </a:prstGeom>
        </p:spPr>
      </p:pic>
      <p:pic>
        <p:nvPicPr>
          <p:cNvPr id="4" name="Picture"/>
          <p:cNvPicPr/>
          <p:nvPr/>
        </p:nvPicPr>
        <p:blipFill>
          <a:blip r:embed="rId3"/>
          <a:stretch>
            <a:fillRect/>
          </a:stretch>
        </p:blipFill>
        <p:spPr>
          <a:xfrm>
            <a:off x="254000" y="2447869"/>
            <a:ext cx="12496800" cy="1863703"/>
          </a:xfrm>
          <a:prstGeom prst="rect">
            <a:avLst/>
          </a:prstGeom>
        </p:spPr>
      </p:pic>
      <p:pic>
        <p:nvPicPr>
          <p:cNvPr id="5" name="Picture"/>
          <p:cNvPicPr/>
          <p:nvPr/>
        </p:nvPicPr>
        <p:blipFill>
          <a:blip r:embed="rId4"/>
          <a:stretch>
            <a:fillRect/>
          </a:stretch>
        </p:blipFill>
        <p:spPr>
          <a:xfrm>
            <a:off x="254000" y="4311572"/>
            <a:ext cx="12496800" cy="1859543"/>
          </a:xfrm>
          <a:prstGeom prst="rect">
            <a:avLst/>
          </a:prstGeom>
        </p:spPr>
      </p:pic>
      <p:pic>
        <p:nvPicPr>
          <p:cNvPr id="6" name="Picture"/>
          <p:cNvPicPr/>
          <p:nvPr/>
        </p:nvPicPr>
        <p:blipFill>
          <a:blip r:embed="rId5"/>
          <a:stretch>
            <a:fillRect/>
          </a:stretch>
        </p:blipFill>
        <p:spPr>
          <a:xfrm>
            <a:off x="254000" y="6171115"/>
            <a:ext cx="12496800" cy="185538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575 By Grace I’m Saved</a:t>
            </a:r>
          </a:p>
        </p:txBody>
      </p:sp>
      <p:pic>
        <p:nvPicPr>
          <p:cNvPr id="3" name="Picture"/>
          <p:cNvPicPr/>
          <p:nvPr/>
        </p:nvPicPr>
        <p:blipFill>
          <a:blip r:embed="rId2"/>
          <a:stretch>
            <a:fillRect/>
          </a:stretch>
        </p:blipFill>
        <p:spPr>
          <a:xfrm>
            <a:off x="254000" y="900330"/>
            <a:ext cx="12496800" cy="1518419"/>
          </a:xfrm>
          <a:prstGeom prst="rect">
            <a:avLst/>
          </a:prstGeom>
        </p:spPr>
      </p:pic>
      <p:pic>
        <p:nvPicPr>
          <p:cNvPr id="4" name="Picture"/>
          <p:cNvPicPr/>
          <p:nvPr/>
        </p:nvPicPr>
        <p:blipFill>
          <a:blip r:embed="rId3"/>
          <a:stretch>
            <a:fillRect/>
          </a:stretch>
        </p:blipFill>
        <p:spPr>
          <a:xfrm>
            <a:off x="254000" y="2418749"/>
            <a:ext cx="12496800" cy="1830423"/>
          </a:xfrm>
          <a:prstGeom prst="rect">
            <a:avLst/>
          </a:prstGeom>
        </p:spPr>
      </p:pic>
      <p:pic>
        <p:nvPicPr>
          <p:cNvPr id="5" name="Picture"/>
          <p:cNvPicPr/>
          <p:nvPr/>
        </p:nvPicPr>
        <p:blipFill>
          <a:blip r:embed="rId4"/>
          <a:stretch>
            <a:fillRect/>
          </a:stretch>
        </p:blipFill>
        <p:spPr>
          <a:xfrm>
            <a:off x="254000" y="4249172"/>
            <a:ext cx="12496800" cy="1838743"/>
          </a:xfrm>
          <a:prstGeom prst="rect">
            <a:avLst/>
          </a:prstGeom>
        </p:spPr>
      </p:pic>
      <p:pic>
        <p:nvPicPr>
          <p:cNvPr id="6" name="Picture"/>
          <p:cNvPicPr/>
          <p:nvPr/>
        </p:nvPicPr>
        <p:blipFill>
          <a:blip r:embed="rId5"/>
          <a:stretch>
            <a:fillRect/>
          </a:stretch>
        </p:blipFill>
        <p:spPr>
          <a:xfrm>
            <a:off x="254000" y="6087915"/>
            <a:ext cx="12496800" cy="182626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575 By Grace I’m Saved</a:t>
            </a:r>
          </a:p>
        </p:txBody>
      </p:sp>
      <p:pic>
        <p:nvPicPr>
          <p:cNvPr id="3" name="Picture"/>
          <p:cNvPicPr/>
          <p:nvPr/>
        </p:nvPicPr>
        <p:blipFill>
          <a:blip r:embed="rId2"/>
          <a:stretch>
            <a:fillRect/>
          </a:stretch>
        </p:blipFill>
        <p:spPr>
          <a:xfrm>
            <a:off x="254000" y="900330"/>
            <a:ext cx="12496800" cy="1518419"/>
          </a:xfrm>
          <a:prstGeom prst="rect">
            <a:avLst/>
          </a:prstGeom>
        </p:spPr>
      </p:pic>
      <p:pic>
        <p:nvPicPr>
          <p:cNvPr id="4" name="Picture"/>
          <p:cNvPicPr/>
          <p:nvPr/>
        </p:nvPicPr>
        <p:blipFill>
          <a:blip r:embed="rId3"/>
          <a:stretch>
            <a:fillRect/>
          </a:stretch>
        </p:blipFill>
        <p:spPr>
          <a:xfrm>
            <a:off x="254000" y="2418749"/>
            <a:ext cx="12496800" cy="1834583"/>
          </a:xfrm>
          <a:prstGeom prst="rect">
            <a:avLst/>
          </a:prstGeom>
        </p:spPr>
      </p:pic>
      <p:pic>
        <p:nvPicPr>
          <p:cNvPr id="5" name="Picture"/>
          <p:cNvPicPr/>
          <p:nvPr/>
        </p:nvPicPr>
        <p:blipFill>
          <a:blip r:embed="rId4"/>
          <a:stretch>
            <a:fillRect/>
          </a:stretch>
        </p:blipFill>
        <p:spPr>
          <a:xfrm>
            <a:off x="254000" y="4253332"/>
            <a:ext cx="12496800" cy="1834583"/>
          </a:xfrm>
          <a:prstGeom prst="rect">
            <a:avLst/>
          </a:prstGeom>
        </p:spPr>
      </p:pic>
      <p:pic>
        <p:nvPicPr>
          <p:cNvPr id="6" name="Picture"/>
          <p:cNvPicPr/>
          <p:nvPr/>
        </p:nvPicPr>
        <p:blipFill>
          <a:blip r:embed="rId5"/>
          <a:stretch>
            <a:fillRect/>
          </a:stretch>
        </p:blipFill>
        <p:spPr>
          <a:xfrm>
            <a:off x="254000" y="6087915"/>
            <a:ext cx="12496800" cy="182626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575 By Grace I’m Saved</a:t>
            </a:r>
          </a:p>
        </p:txBody>
      </p:sp>
      <p:pic>
        <p:nvPicPr>
          <p:cNvPr id="3" name="Picture"/>
          <p:cNvPicPr/>
          <p:nvPr/>
        </p:nvPicPr>
        <p:blipFill>
          <a:blip r:embed="rId2"/>
          <a:stretch>
            <a:fillRect/>
          </a:stretch>
        </p:blipFill>
        <p:spPr>
          <a:xfrm>
            <a:off x="254000" y="900330"/>
            <a:ext cx="12496800" cy="1518419"/>
          </a:xfrm>
          <a:prstGeom prst="rect">
            <a:avLst/>
          </a:prstGeom>
        </p:spPr>
      </p:pic>
      <p:pic>
        <p:nvPicPr>
          <p:cNvPr id="4" name="Picture"/>
          <p:cNvPicPr/>
          <p:nvPr/>
        </p:nvPicPr>
        <p:blipFill>
          <a:blip r:embed="rId3"/>
          <a:stretch>
            <a:fillRect/>
          </a:stretch>
        </p:blipFill>
        <p:spPr>
          <a:xfrm>
            <a:off x="254000" y="2418749"/>
            <a:ext cx="12496800" cy="1834583"/>
          </a:xfrm>
          <a:prstGeom prst="rect">
            <a:avLst/>
          </a:prstGeom>
        </p:spPr>
      </p:pic>
      <p:pic>
        <p:nvPicPr>
          <p:cNvPr id="5" name="Picture"/>
          <p:cNvPicPr/>
          <p:nvPr/>
        </p:nvPicPr>
        <p:blipFill>
          <a:blip r:embed="rId4"/>
          <a:stretch>
            <a:fillRect/>
          </a:stretch>
        </p:blipFill>
        <p:spPr>
          <a:xfrm>
            <a:off x="254000" y="4253332"/>
            <a:ext cx="12496800" cy="1830423"/>
          </a:xfrm>
          <a:prstGeom prst="rect">
            <a:avLst/>
          </a:prstGeom>
        </p:spPr>
      </p:pic>
      <p:pic>
        <p:nvPicPr>
          <p:cNvPr id="6" name="Picture"/>
          <p:cNvPicPr/>
          <p:nvPr/>
        </p:nvPicPr>
        <p:blipFill>
          <a:blip r:embed="rId5"/>
          <a:stretch>
            <a:fillRect/>
          </a:stretch>
        </p:blipFill>
        <p:spPr>
          <a:xfrm>
            <a:off x="254000" y="6083755"/>
            <a:ext cx="12496800" cy="182626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575 By Grace I’m Saved</a:t>
            </a:r>
          </a:p>
        </p:txBody>
      </p:sp>
      <p:pic>
        <p:nvPicPr>
          <p:cNvPr id="3" name="Picture"/>
          <p:cNvPicPr/>
          <p:nvPr/>
        </p:nvPicPr>
        <p:blipFill>
          <a:blip r:embed="rId2"/>
          <a:stretch>
            <a:fillRect/>
          </a:stretch>
        </p:blipFill>
        <p:spPr>
          <a:xfrm>
            <a:off x="254000" y="900330"/>
            <a:ext cx="12496800" cy="1489299"/>
          </a:xfrm>
          <a:prstGeom prst="rect">
            <a:avLst/>
          </a:prstGeom>
        </p:spPr>
      </p:pic>
      <p:pic>
        <p:nvPicPr>
          <p:cNvPr id="4" name="Picture"/>
          <p:cNvPicPr/>
          <p:nvPr/>
        </p:nvPicPr>
        <p:blipFill>
          <a:blip r:embed="rId3"/>
          <a:stretch>
            <a:fillRect/>
          </a:stretch>
        </p:blipFill>
        <p:spPr>
          <a:xfrm>
            <a:off x="254000" y="2389629"/>
            <a:ext cx="12496800" cy="1805463"/>
          </a:xfrm>
          <a:prstGeom prst="rect">
            <a:avLst/>
          </a:prstGeom>
        </p:spPr>
      </p:pic>
      <p:pic>
        <p:nvPicPr>
          <p:cNvPr id="5" name="Picture"/>
          <p:cNvPicPr/>
          <p:nvPr/>
        </p:nvPicPr>
        <p:blipFill>
          <a:blip r:embed="rId4"/>
          <a:stretch>
            <a:fillRect/>
          </a:stretch>
        </p:blipFill>
        <p:spPr>
          <a:xfrm>
            <a:off x="254000" y="4195092"/>
            <a:ext cx="12496800" cy="1809623"/>
          </a:xfrm>
          <a:prstGeom prst="rect">
            <a:avLst/>
          </a:prstGeom>
        </p:spPr>
      </p:pic>
      <p:pic>
        <p:nvPicPr>
          <p:cNvPr id="6" name="Picture"/>
          <p:cNvPicPr/>
          <p:nvPr/>
        </p:nvPicPr>
        <p:blipFill>
          <a:blip r:embed="rId5"/>
          <a:stretch>
            <a:fillRect/>
          </a:stretch>
        </p:blipFill>
        <p:spPr>
          <a:xfrm>
            <a:off x="254000" y="6004715"/>
            <a:ext cx="12496800" cy="1797143"/>
          </a:xfrm>
          <a:prstGeom prst="rect">
            <a:avLst/>
          </a:prstGeom>
        </p:spPr>
      </p:pic>
      <p:sp>
        <p:nvSpPr>
          <p:cNvPr id="7" name="TextBox"/>
          <p:cNvSpPr>
            <a:spLocks noGrp="1"/>
          </p:cNvSpPr>
          <p:nvPr>
            <p:ph type="body" idx="2"/>
          </p:nvPr>
        </p:nvSpPr>
        <p:spPr>
          <a:xfrm>
            <a:off x="254000" y="8483938"/>
            <a:ext cx="12496800" cy="1015662"/>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Text: Christian L. Scheidt, 1709–1761, abr.; tr. The Lutheran Hymnal, 1941, alt.</a:t>
            </a:r>
            <a:br/>
            <a:r>
              <a:t>Tune: Cornelius H. Dretzel, 1697–1775</a:t>
            </a:r>
            <a:br/>
            <a:r>
              <a:t>Text and tune: Public domain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Nicene Creed</a:t>
            </a:r>
          </a:p>
        </p:txBody>
      </p:sp>
      <p:sp>
        <p:nvSpPr>
          <p:cNvPr id="3" name="TextBox"/>
          <p:cNvSpPr>
            <a:spLocks noGrp="1"/>
          </p:cNvSpPr>
          <p:nvPr>
            <p:ph type="body" idx="2"/>
          </p:nvPr>
        </p:nvSpPr>
        <p:spPr>
          <a:xfrm>
            <a:off x="254000" y="900330"/>
            <a:ext cx="12496800" cy="8186852"/>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We believe in one God, the Father, the Almighty,</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maker of heaven and earth,</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of all that is, seen and unseen.</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We believe in one Lord, Jesus Christ, the only Son of God,</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eternally begotten of the Father,</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God from God, Light from Light,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true God from true God,</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begotten, not made,</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of one being with the Father.</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Through him all things were made.</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Nicene Creed</a:t>
            </a:r>
          </a:p>
        </p:txBody>
      </p:sp>
      <p:sp>
        <p:nvSpPr>
          <p:cNvPr id="3" name="TextBox"/>
          <p:cNvSpPr>
            <a:spLocks noGrp="1"/>
          </p:cNvSpPr>
          <p:nvPr>
            <p:ph type="body" idx="2"/>
          </p:nvPr>
        </p:nvSpPr>
        <p:spPr>
          <a:xfrm>
            <a:off x="254000" y="900330"/>
            <a:ext cx="12496800" cy="8186850"/>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For us and for our salvation, he came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down from heaven,</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was incarnate of the Holy Spirit and the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Virgin Mary, and became truly human.</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For our sake he was crucified under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Pontius Pilate.</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He suffered death and was buried.</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On the third day he rose again in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accordance with the Scriptures.</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He ascended into heaven</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and is seated at the right hand of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the Father.</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He will come again in glory to judge</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the living and the dead,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Nicene Creed</a:t>
            </a:r>
          </a:p>
        </p:txBody>
      </p:sp>
      <p:sp>
        <p:nvSpPr>
          <p:cNvPr id="3" name="TextBox"/>
          <p:cNvSpPr>
            <a:spLocks noGrp="1"/>
          </p:cNvSpPr>
          <p:nvPr>
            <p:ph type="body" idx="2"/>
          </p:nvPr>
        </p:nvSpPr>
        <p:spPr>
          <a:xfrm>
            <a:off x="254000" y="900330"/>
            <a:ext cx="12496800" cy="8186850"/>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and his kingdom will have no end.</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t>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We believe in the Holy Spirit,</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the Lord, the giver of life,</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who proceeds from the Father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and the Son,</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who in unity with the Father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and the Son is worshiped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and glorified,</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who has spoken through the prophets.</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We believe in one holy Christian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and apostolic Church.</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We acknowledge one baptism for the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forgiveness of sins.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Nicene Creed</a:t>
            </a:r>
          </a:p>
        </p:txBody>
      </p:sp>
      <p:sp>
        <p:nvSpPr>
          <p:cNvPr id="3" name="TextBox"/>
          <p:cNvSpPr>
            <a:spLocks noGrp="1"/>
          </p:cNvSpPr>
          <p:nvPr>
            <p:ph type="body" idx="2"/>
          </p:nvPr>
        </p:nvSpPr>
        <p:spPr>
          <a:xfrm>
            <a:off x="254000" y="900330"/>
            <a:ext cx="12496800" cy="1754325"/>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We look for the resurrection of the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        dead and the life of the world to come.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a:t>Amen.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dirty="0"/>
              <a:t>Prayer of the Church</a:t>
            </a:r>
          </a:p>
        </p:txBody>
      </p:sp>
      <p:sp>
        <p:nvSpPr>
          <p:cNvPr id="3" name="TextBox"/>
          <p:cNvSpPr>
            <a:spLocks noGrp="1"/>
          </p:cNvSpPr>
          <p:nvPr>
            <p:ph type="body" idx="2"/>
          </p:nvPr>
        </p:nvSpPr>
        <p:spPr>
          <a:xfrm>
            <a:off x="254000" y="900330"/>
            <a:ext cx="12496800" cy="8186856"/>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dirty="0"/>
          </a:p>
          <a:p>
            <a:r>
              <a:rPr lang="en-US" dirty="0"/>
              <a:t>We pray that we would learn to become like our divine Master, who wants all to be saved and to come to the knowledge of the truth, let us pray to the Lord: </a:t>
            </a:r>
          </a:p>
          <a:p>
            <a:r>
              <a:rPr lang="en-US" b="1" dirty="0"/>
              <a:t>Lord, have mercy.</a:t>
            </a:r>
            <a:endParaRPr lang="en-US" dirty="0"/>
          </a:p>
          <a:p>
            <a:r>
              <a:rPr lang="en-US" b="1" dirty="0"/>
              <a:t> </a:t>
            </a:r>
            <a:endParaRPr lang="en-US" dirty="0"/>
          </a:p>
          <a:p>
            <a:r>
              <a:rPr lang="en-US" dirty="0"/>
              <a:t>We pray for this nation, that the Lord would bless all authorities, that they would serve on behalf of the defenseless, let us pray to the Lord: </a:t>
            </a:r>
          </a:p>
          <a:p>
            <a:r>
              <a:rPr lang="en-US" b="1" dirty="0"/>
              <a:t>Lord, have mercy.</a:t>
            </a:r>
            <a:endParaRPr lang="en-US"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dirty="0"/>
              <a:t>Prayer of the Church</a:t>
            </a:r>
            <a:r>
              <a:rPr lang="en-US" dirty="0"/>
              <a:t> (cont.)</a:t>
            </a:r>
            <a:endParaRPr dirty="0"/>
          </a:p>
        </p:txBody>
      </p:sp>
      <p:sp>
        <p:nvSpPr>
          <p:cNvPr id="3" name="TextBox"/>
          <p:cNvSpPr>
            <a:spLocks noGrp="1"/>
          </p:cNvSpPr>
          <p:nvPr>
            <p:ph type="body" idx="2"/>
          </p:nvPr>
        </p:nvSpPr>
        <p:spPr>
          <a:xfrm>
            <a:off x="254000" y="900330"/>
            <a:ext cx="12496800" cy="8186856"/>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dirty="0"/>
          </a:p>
          <a:p>
            <a:r>
              <a:rPr lang="en-US" dirty="0"/>
              <a:t>We pray for those who are in any need, that God would keep them in the certainty that to live is Christ and to die is gain, let us pray to the Lord: </a:t>
            </a:r>
          </a:p>
          <a:p>
            <a:r>
              <a:rPr lang="en-US" b="1" dirty="0"/>
              <a:t>Lord, have mercy.</a:t>
            </a:r>
            <a:endParaRPr lang="en-US"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dirty="0"/>
          </a:p>
          <a:p>
            <a:r>
              <a:rPr lang="en-US" dirty="0"/>
              <a:t>We pray for those still being instructed, that they may be nourished in hope and come soon to the Lord’s table, let us pray to the Lord: </a:t>
            </a:r>
          </a:p>
          <a:p>
            <a:r>
              <a:rPr lang="en-US" b="1" dirty="0"/>
              <a:t>Lord, have mercy.</a:t>
            </a:r>
            <a:endParaRPr lang="en-US"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dirty="0"/>
          </a:p>
        </p:txBody>
      </p:sp>
    </p:spTree>
    <p:extLst>
      <p:ext uri="{BB962C8B-B14F-4D97-AF65-F5344CB8AC3E}">
        <p14:creationId xmlns:p14="http://schemas.microsoft.com/office/powerpoint/2010/main" val="31094084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B4CAA-9416-1D5C-7E05-26B6466D1A2E}"/>
            </a:ext>
          </a:extLst>
        </p:cNvPr>
        <p:cNvGrpSpPr/>
        <p:nvPr/>
      </p:nvGrpSpPr>
      <p:grpSpPr>
        <a:xfrm>
          <a:off x="0" y="0"/>
          <a:ext cx="0" cy="0"/>
          <a:chOff x="0" y="0"/>
          <a:chExt cx="0" cy="0"/>
        </a:xfrm>
      </p:grpSpPr>
      <p:sp>
        <p:nvSpPr>
          <p:cNvPr id="2" name="TextBox">
            <a:extLst>
              <a:ext uri="{FF2B5EF4-FFF2-40B4-BE49-F238E27FC236}">
                <a16:creationId xmlns:a16="http://schemas.microsoft.com/office/drawing/2014/main" id="{1E2B8906-4A90-6F3F-E452-6753F7084C30}"/>
              </a:ext>
            </a:extLst>
          </p:cNvPr>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dirty="0"/>
              <a:t>Prayer of the Church</a:t>
            </a:r>
            <a:r>
              <a:rPr lang="en-US" dirty="0"/>
              <a:t> (cont.)</a:t>
            </a:r>
            <a:endParaRPr dirty="0"/>
          </a:p>
        </p:txBody>
      </p:sp>
      <p:sp>
        <p:nvSpPr>
          <p:cNvPr id="3" name="TextBox">
            <a:extLst>
              <a:ext uri="{FF2B5EF4-FFF2-40B4-BE49-F238E27FC236}">
                <a16:creationId xmlns:a16="http://schemas.microsoft.com/office/drawing/2014/main" id="{390D4CF0-604A-88CB-B73C-4B8C7DB25FB3}"/>
              </a:ext>
            </a:extLst>
          </p:cNvPr>
          <p:cNvSpPr>
            <a:spLocks noGrp="1"/>
          </p:cNvSpPr>
          <p:nvPr>
            <p:ph type="body" idx="2"/>
          </p:nvPr>
        </p:nvSpPr>
        <p:spPr>
          <a:xfrm>
            <a:off x="254000" y="900330"/>
            <a:ext cx="12496800" cy="8186856"/>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dirty="0"/>
          </a:p>
          <a:p>
            <a:r>
              <a:rPr lang="en-US" dirty="0"/>
              <a:t>We pray for all who commune this day, that they may receive our Savior’s body and blood in faith for the forgiveness of their sins. Let us pray to the Lord.</a:t>
            </a:r>
          </a:p>
          <a:p>
            <a:r>
              <a:rPr lang="en-US" b="1" dirty="0"/>
              <a:t>Lord, have mercy. Amen</a:t>
            </a:r>
            <a:endParaRPr lang="en-US"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dirty="0"/>
          </a:p>
        </p:txBody>
      </p:sp>
    </p:spTree>
    <p:extLst>
      <p:ext uri="{BB962C8B-B14F-4D97-AF65-F5344CB8AC3E}">
        <p14:creationId xmlns:p14="http://schemas.microsoft.com/office/powerpoint/2010/main" val="25833332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dirty="0"/>
              <a:t>Offering</a:t>
            </a:r>
          </a:p>
        </p:txBody>
      </p:sp>
      <p:sp>
        <p:nvSpPr>
          <p:cNvPr id="3" name="TextBox"/>
          <p:cNvSpPr>
            <a:spLocks noGrp="1"/>
          </p:cNvSpPr>
          <p:nvPr>
            <p:ph type="body" idx="2"/>
          </p:nvPr>
        </p:nvSpPr>
        <p:spPr>
          <a:xfrm>
            <a:off x="254000" y="900330"/>
            <a:ext cx="12496800" cy="5262980"/>
          </a:xfrm>
          <a:prstGeom prst="rect">
            <a:avLst/>
          </a:prstGeom>
        </p:spPr>
        <p:txBody>
          <a:bodyPr/>
          <a:lstStyle/>
          <a:p>
            <a:pPr marL="0" marR="0">
              <a:spcBef>
                <a:spcPts val="0"/>
              </a:spcBef>
              <a:spcAft>
                <a:spcPts val="0"/>
              </a:spcAft>
            </a:pPr>
            <a:endParaRPr lang="en-US" sz="4000" i="1" dirty="0">
              <a:effectLst/>
              <a:latin typeface="Segoe UI" panose="020B0502040204020203" pitchFamily="34" charset="0"/>
              <a:ea typeface="ヒラギノ角ゴ Pro W3"/>
              <a:cs typeface="Times New Roman" panose="02020603050405020304" pitchFamily="18" charset="0"/>
            </a:endParaRPr>
          </a:p>
          <a:p>
            <a:pPr marL="0" marR="0">
              <a:spcBef>
                <a:spcPts val="0"/>
              </a:spcBef>
              <a:spcAft>
                <a:spcPts val="0"/>
              </a:spcAft>
            </a:pPr>
            <a:endParaRPr lang="en-US" sz="4000" i="1" dirty="0">
              <a:latin typeface="Segoe UI" panose="020B0502040204020203" pitchFamily="34" charset="0"/>
              <a:ea typeface="ヒラギノ角ゴ Pro W3"/>
              <a:cs typeface="Times New Roman" panose="02020603050405020304" pitchFamily="18" charset="0"/>
            </a:endParaRPr>
          </a:p>
          <a:p>
            <a:pPr marL="0" marR="0">
              <a:spcBef>
                <a:spcPts val="0"/>
              </a:spcBef>
              <a:spcAft>
                <a:spcPts val="0"/>
              </a:spcAft>
            </a:pPr>
            <a:r>
              <a:rPr lang="en-US" sz="4000" i="1" dirty="0">
                <a:effectLst/>
                <a:latin typeface="Segoe UI" panose="020B0502040204020203" pitchFamily="34" charset="0"/>
                <a:ea typeface="ヒラギノ角ゴ Pro W3"/>
                <a:cs typeface="Times New Roman" panose="02020603050405020304" pitchFamily="18" charset="0"/>
              </a:rPr>
              <a:t>Online giving options: 1) http://stpeterwels.com; or 2) the QR code at the end of the bulletin.</a:t>
            </a:r>
            <a:endParaRPr lang="en-US" sz="4000" dirty="0">
              <a:effectLst/>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84468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lang="en-US" dirty="0">
                <a:solidFill>
                  <a:schemeClr val="bg1">
                    <a:lumMod val="95000"/>
                  </a:schemeClr>
                </a:solidFill>
              </a:rPr>
              <a:t>750 We Give Thee but Thine Own v.1</a:t>
            </a:r>
          </a:p>
        </p:txBody>
      </p:sp>
      <p:pic>
        <p:nvPicPr>
          <p:cNvPr id="3" name="Picture"/>
          <p:cNvPicPr/>
          <p:nvPr/>
        </p:nvPicPr>
        <p:blipFill>
          <a:blip r:embed="rId2"/>
          <a:stretch>
            <a:fillRect/>
          </a:stretch>
        </p:blipFill>
        <p:spPr>
          <a:xfrm>
            <a:off x="254000" y="1420868"/>
            <a:ext cx="12496800" cy="1551699"/>
          </a:xfrm>
          <a:prstGeom prst="rect">
            <a:avLst/>
          </a:prstGeom>
        </p:spPr>
      </p:pic>
      <p:pic>
        <p:nvPicPr>
          <p:cNvPr id="4" name="Picture"/>
          <p:cNvPicPr/>
          <p:nvPr/>
        </p:nvPicPr>
        <p:blipFill>
          <a:blip r:embed="rId3"/>
          <a:stretch>
            <a:fillRect/>
          </a:stretch>
        </p:blipFill>
        <p:spPr>
          <a:xfrm>
            <a:off x="254000" y="3144761"/>
            <a:ext cx="12496800" cy="1867863"/>
          </a:xfrm>
          <a:prstGeom prst="rect">
            <a:avLst/>
          </a:prstGeom>
        </p:spPr>
      </p:pic>
    </p:spTree>
    <p:extLst>
      <p:ext uri="{BB962C8B-B14F-4D97-AF65-F5344CB8AC3E}">
        <p14:creationId xmlns:p14="http://schemas.microsoft.com/office/powerpoint/2010/main" val="34321725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dirty="0">
                <a:solidFill>
                  <a:schemeClr val="bg1">
                    <a:lumMod val="95000"/>
                  </a:schemeClr>
                </a:solidFill>
              </a:rPr>
              <a:t>750 We Give Thee but Thine Own</a:t>
            </a:r>
            <a:r>
              <a:rPr lang="en-US" dirty="0">
                <a:solidFill>
                  <a:schemeClr val="bg1">
                    <a:lumMod val="95000"/>
                  </a:schemeClr>
                </a:solidFill>
              </a:rPr>
              <a:t> v. 2</a:t>
            </a:r>
            <a:endParaRPr dirty="0">
              <a:solidFill>
                <a:schemeClr val="bg1">
                  <a:lumMod val="95000"/>
                </a:schemeClr>
              </a:solidFill>
            </a:endParaRPr>
          </a:p>
        </p:txBody>
      </p:sp>
      <p:sp>
        <p:nvSpPr>
          <p:cNvPr id="5" name="TextBox"/>
          <p:cNvSpPr>
            <a:spLocks noGrp="1"/>
          </p:cNvSpPr>
          <p:nvPr>
            <p:ph type="body" idx="2"/>
          </p:nvPr>
        </p:nvSpPr>
        <p:spPr>
          <a:xfrm>
            <a:off x="254000" y="8483938"/>
            <a:ext cx="12496800" cy="1015662"/>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Text: William W. How, 1823–1897, abr.</a:t>
            </a:r>
            <a:br/>
            <a:r>
              <a:t>Tune: William H. Monk, 1823–1889</a:t>
            </a:r>
            <a:br/>
            <a:r>
              <a:t>Text and tune: Public domain</a:t>
            </a:r>
          </a:p>
        </p:txBody>
      </p:sp>
      <p:pic>
        <p:nvPicPr>
          <p:cNvPr id="3" name="Picture"/>
          <p:cNvPicPr/>
          <p:nvPr/>
        </p:nvPicPr>
        <p:blipFill>
          <a:blip r:embed="rId2"/>
          <a:stretch>
            <a:fillRect/>
          </a:stretch>
        </p:blipFill>
        <p:spPr>
          <a:xfrm>
            <a:off x="254000" y="1486932"/>
            <a:ext cx="12496800" cy="1493459"/>
          </a:xfrm>
          <a:prstGeom prst="rect">
            <a:avLst/>
          </a:prstGeom>
        </p:spPr>
      </p:pic>
      <p:pic>
        <p:nvPicPr>
          <p:cNvPr id="4" name="Picture"/>
          <p:cNvPicPr/>
          <p:nvPr/>
        </p:nvPicPr>
        <p:blipFill>
          <a:blip r:embed="rId3"/>
          <a:stretch>
            <a:fillRect/>
          </a:stretch>
        </p:blipFill>
        <p:spPr>
          <a:xfrm>
            <a:off x="254000" y="3135667"/>
            <a:ext cx="12496800" cy="1838743"/>
          </a:xfrm>
          <a:prstGeom prst="rect">
            <a:avLst/>
          </a:prstGeom>
        </p:spPr>
      </p:pic>
    </p:spTree>
    <p:extLst>
      <p:ext uri="{BB962C8B-B14F-4D97-AF65-F5344CB8AC3E}">
        <p14:creationId xmlns:p14="http://schemas.microsoft.com/office/powerpoint/2010/main" val="1190160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lang="en-US" dirty="0"/>
              <a:t>Sacrament </a:t>
            </a:r>
            <a:r>
              <a:rPr dirty="0"/>
              <a:t>Announcement</a:t>
            </a:r>
          </a:p>
        </p:txBody>
      </p:sp>
    </p:spTree>
    <p:extLst>
      <p:ext uri="{BB962C8B-B14F-4D97-AF65-F5344CB8AC3E}">
        <p14:creationId xmlns:p14="http://schemas.microsoft.com/office/powerpoint/2010/main" val="1452648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Preface</a:t>
            </a:r>
          </a:p>
        </p:txBody>
      </p:sp>
      <p:pic>
        <p:nvPicPr>
          <p:cNvPr id="3" name="Picture"/>
          <p:cNvPicPr/>
          <p:nvPr/>
        </p:nvPicPr>
        <p:blipFill>
          <a:blip r:embed="rId2"/>
          <a:stretch>
            <a:fillRect/>
          </a:stretch>
        </p:blipFill>
        <p:spPr>
          <a:xfrm>
            <a:off x="254000" y="900330"/>
            <a:ext cx="10009936" cy="3386632"/>
          </a:xfrm>
          <a:prstGeom prst="rect">
            <a:avLst/>
          </a:prstGeom>
        </p:spPr>
      </p:pic>
      <p:pic>
        <p:nvPicPr>
          <p:cNvPr id="4" name="Picture"/>
          <p:cNvPicPr/>
          <p:nvPr/>
        </p:nvPicPr>
        <p:blipFill>
          <a:blip r:embed="rId3"/>
          <a:stretch>
            <a:fillRect/>
          </a:stretch>
        </p:blipFill>
        <p:spPr>
          <a:xfrm>
            <a:off x="254000" y="4286962"/>
            <a:ext cx="10009936" cy="4353051"/>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Preface</a:t>
            </a:r>
          </a:p>
        </p:txBody>
      </p:sp>
      <p:sp>
        <p:nvSpPr>
          <p:cNvPr id="4" name="TextBox"/>
          <p:cNvSpPr>
            <a:spLocks noGrp="1"/>
          </p:cNvSpPr>
          <p:nvPr>
            <p:ph type="body" idx="2"/>
          </p:nvPr>
        </p:nvSpPr>
        <p:spPr>
          <a:xfrm>
            <a:off x="254000" y="8483938"/>
            <a:ext cx="12496800" cy="1015662"/>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Tune: David Kauffman; William Gokelman</a:t>
            </a:r>
            <a:br/>
            <a:r>
              <a:t>Tune: © 2021 GFTSMUSIC Publishing Company, Inc., admin. Music Services. Used by permission: OneLicense no. 707551</a:t>
            </a:r>
          </a:p>
        </p:txBody>
      </p:sp>
      <p:pic>
        <p:nvPicPr>
          <p:cNvPr id="3" name="Picture"/>
          <p:cNvPicPr/>
          <p:nvPr/>
        </p:nvPicPr>
        <p:blipFill>
          <a:blip r:embed="rId2"/>
          <a:stretch>
            <a:fillRect/>
          </a:stretch>
        </p:blipFill>
        <p:spPr>
          <a:xfrm>
            <a:off x="254000" y="900330"/>
            <a:ext cx="10009936" cy="4357217"/>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Prayer of Thanksgiving</a:t>
            </a:r>
          </a:p>
        </p:txBody>
      </p:sp>
      <p:sp>
        <p:nvSpPr>
          <p:cNvPr id="3" name="TextBox"/>
          <p:cNvSpPr>
            <a:spLocks noGrp="1"/>
          </p:cNvSpPr>
          <p:nvPr>
            <p:ph type="body" idx="2"/>
          </p:nvPr>
        </p:nvSpPr>
        <p:spPr>
          <a:xfrm>
            <a:off x="254000" y="900330"/>
            <a:ext cx="12496800" cy="8186857"/>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sz="2000"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Blessed are you, Lord God, eternal King and gracious Father. In love you made us the crown of your creation. In mercy you planned our salvation. In grace you sent your Son to redeem us from sin.</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We remember and give you thanks that your eternal Son, Jesus Christ, became flesh and made his dwelling among us, that he willingly placed himself under law to redeem those under law, that he humbled himself by becoming obedient to death on a cross, that he has destroyed death and has brought life and immortality to light through the gospel.</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rPr dirty="0"/>
              <a:t>Prayer of Thanksgiving</a:t>
            </a:r>
            <a:r>
              <a:rPr lang="en-US" dirty="0"/>
              <a:t> (</a:t>
            </a:r>
            <a:r>
              <a:rPr lang="en-US" dirty="0" err="1"/>
              <a:t>cont</a:t>
            </a:r>
            <a:r>
              <a:rPr lang="en-US" dirty="0"/>
              <a:t>)</a:t>
            </a:r>
            <a:endParaRPr dirty="0"/>
          </a:p>
        </p:txBody>
      </p:sp>
      <p:sp>
        <p:nvSpPr>
          <p:cNvPr id="3" name="TextBox"/>
          <p:cNvSpPr>
            <a:spLocks noGrp="1"/>
          </p:cNvSpPr>
          <p:nvPr>
            <p:ph type="body" idx="2"/>
          </p:nvPr>
        </p:nvSpPr>
        <p:spPr>
          <a:xfrm>
            <a:off x="254000" y="900330"/>
            <a:ext cx="12496800" cy="5277446"/>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sz="2000"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Bless us as we receive your Son’s body and blood in this Sacrament. Forgive our sins, increase our faith, strengthen our fellowship, and deepen our longing for the day when Christ will welcome us to his eternal feast. Praise and thanks and honor and glory be to you, O God our Father, and to your Son and to the Holy Spirit, one God, now and forever.</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Amen.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Lord’s Prayer</a:t>
            </a:r>
          </a:p>
        </p:txBody>
      </p:sp>
      <p:sp>
        <p:nvSpPr>
          <p:cNvPr id="3" name="TextBox"/>
          <p:cNvSpPr>
            <a:spLocks noGrp="1"/>
          </p:cNvSpPr>
          <p:nvPr>
            <p:ph type="body" idx="2"/>
          </p:nvPr>
        </p:nvSpPr>
        <p:spPr>
          <a:xfrm>
            <a:off x="254000" y="900330"/>
            <a:ext cx="12496800" cy="8186850"/>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sz="2000" b="1"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Our Father in heaven,</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 hallowed be your name,</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 your kingdom come,</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 your will be done</a:t>
            </a:r>
            <a:r>
              <a:rPr lang="en-US" b="1" dirty="0"/>
              <a:t> o</a:t>
            </a:r>
            <a:r>
              <a:rPr b="1" dirty="0"/>
              <a:t>n earth as in heaven.</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Give us today our daily bread.</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Forgive us our sins,</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 as we forgive those</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 who sin against us.</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Lead us not into temptation,</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but deliver us from evil.</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For the kingdom, the power,</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 and the glory are yours</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 now and forever. Amen.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Words of Institution</a:t>
            </a:r>
          </a:p>
        </p:txBody>
      </p:sp>
      <p:sp>
        <p:nvSpPr>
          <p:cNvPr id="3" name="TextBox"/>
          <p:cNvSpPr>
            <a:spLocks noGrp="1"/>
          </p:cNvSpPr>
          <p:nvPr>
            <p:ph type="body" idx="2"/>
          </p:nvPr>
        </p:nvSpPr>
        <p:spPr>
          <a:xfrm>
            <a:off x="254000" y="900330"/>
            <a:ext cx="12496800" cy="6558177"/>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Our Lord Jesus Christ, on the night he was betrayed, took bread; and when he had given thanks, he broke it and gave it to his disciples, saying, “Take and eat; this is my </a:t>
            </a:r>
            <a:r>
              <a:rPr lang="en-US" dirty="0"/>
              <a:t>(+)</a:t>
            </a:r>
            <a:r>
              <a:rPr dirty="0"/>
              <a:t> body, which is given for you. Do this in remembrance of me.”</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 </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Then he took the cup, gave thanks, and gave it to them, saying, “Drink from it, all of you; this is my </a:t>
            </a:r>
            <a:r>
              <a:rPr lang="en-US" dirty="0"/>
              <a:t>(+)</a:t>
            </a:r>
            <a:r>
              <a:rPr dirty="0"/>
              <a:t> blood of the new covenant, which is poured out for you for the forgiveness of sins. Do this, whenever you drink it, in remembrance of me.”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Pax Domini</a:t>
            </a:r>
          </a:p>
        </p:txBody>
      </p:sp>
      <p:sp>
        <p:nvSpPr>
          <p:cNvPr id="3" name="TextBox"/>
          <p:cNvSpPr>
            <a:spLocks noGrp="1"/>
          </p:cNvSpPr>
          <p:nvPr>
            <p:ph type="body" idx="2"/>
          </p:nvPr>
        </p:nvSpPr>
        <p:spPr>
          <a:xfrm>
            <a:off x="254000" y="900330"/>
            <a:ext cx="12496800" cy="2021290"/>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The peace of the Lord be with you always.</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Amen.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Lamb of God</a:t>
            </a:r>
          </a:p>
        </p:txBody>
      </p:sp>
      <p:pic>
        <p:nvPicPr>
          <p:cNvPr id="3" name="Picture"/>
          <p:cNvPicPr/>
          <p:nvPr/>
        </p:nvPicPr>
        <p:blipFill>
          <a:blip r:embed="rId2"/>
          <a:stretch>
            <a:fillRect/>
          </a:stretch>
        </p:blipFill>
        <p:spPr>
          <a:xfrm>
            <a:off x="254000" y="900330"/>
            <a:ext cx="12496800" cy="2841316"/>
          </a:xfrm>
          <a:prstGeom prst="rect">
            <a:avLst/>
          </a:prstGeom>
        </p:spPr>
      </p:pic>
      <p:pic>
        <p:nvPicPr>
          <p:cNvPr id="4" name="Picture"/>
          <p:cNvPicPr/>
          <p:nvPr/>
        </p:nvPicPr>
        <p:blipFill>
          <a:blip r:embed="rId3"/>
          <a:stretch>
            <a:fillRect/>
          </a:stretch>
        </p:blipFill>
        <p:spPr>
          <a:xfrm>
            <a:off x="254000" y="3741646"/>
            <a:ext cx="12496800" cy="1801303"/>
          </a:xfrm>
          <a:prstGeom prst="rect">
            <a:avLst/>
          </a:prstGeom>
        </p:spPr>
      </p:pic>
      <p:pic>
        <p:nvPicPr>
          <p:cNvPr id="5" name="Picture"/>
          <p:cNvPicPr/>
          <p:nvPr/>
        </p:nvPicPr>
        <p:blipFill>
          <a:blip r:embed="rId4"/>
          <a:stretch>
            <a:fillRect/>
          </a:stretch>
        </p:blipFill>
        <p:spPr>
          <a:xfrm>
            <a:off x="254000" y="5542949"/>
            <a:ext cx="12496800" cy="1805463"/>
          </a:xfrm>
          <a:prstGeom prst="rect">
            <a:avLst/>
          </a:prstGeom>
        </p:spPr>
      </p:pic>
      <p:pic>
        <p:nvPicPr>
          <p:cNvPr id="6" name="Picture"/>
          <p:cNvPicPr/>
          <p:nvPr/>
        </p:nvPicPr>
        <p:blipFill>
          <a:blip r:embed="rId5"/>
          <a:stretch>
            <a:fillRect/>
          </a:stretch>
        </p:blipFill>
        <p:spPr>
          <a:xfrm>
            <a:off x="254000" y="7348412"/>
            <a:ext cx="12496800" cy="1801303"/>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Lamb of God</a:t>
            </a:r>
          </a:p>
        </p:txBody>
      </p:sp>
      <p:pic>
        <p:nvPicPr>
          <p:cNvPr id="3" name="Picture"/>
          <p:cNvPicPr/>
          <p:nvPr/>
        </p:nvPicPr>
        <p:blipFill>
          <a:blip r:embed="rId2"/>
          <a:stretch>
            <a:fillRect/>
          </a:stretch>
        </p:blipFill>
        <p:spPr>
          <a:xfrm>
            <a:off x="254000" y="900330"/>
            <a:ext cx="12496800" cy="1801303"/>
          </a:xfrm>
          <a:prstGeom prst="rect">
            <a:avLst/>
          </a:prstGeom>
        </p:spPr>
      </p:pic>
      <p:pic>
        <p:nvPicPr>
          <p:cNvPr id="4" name="Picture"/>
          <p:cNvPicPr/>
          <p:nvPr/>
        </p:nvPicPr>
        <p:blipFill>
          <a:blip r:embed="rId3"/>
          <a:stretch>
            <a:fillRect/>
          </a:stretch>
        </p:blipFill>
        <p:spPr>
          <a:xfrm>
            <a:off x="254000" y="2701633"/>
            <a:ext cx="12496800" cy="1801303"/>
          </a:xfrm>
          <a:prstGeom prst="rect">
            <a:avLst/>
          </a:prstGeom>
        </p:spPr>
      </p:pic>
      <p:sp>
        <p:nvSpPr>
          <p:cNvPr id="5" name="TextBox"/>
          <p:cNvSpPr>
            <a:spLocks noGrp="1"/>
          </p:cNvSpPr>
          <p:nvPr>
            <p:ph type="body" idx="2"/>
          </p:nvPr>
        </p:nvSpPr>
        <p:spPr>
          <a:xfrm>
            <a:off x="254000" y="8483938"/>
            <a:ext cx="12496800" cy="1015662"/>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Tune: William Gokelman; David Kauffman</a:t>
            </a:r>
            <a:br/>
            <a:r>
              <a:t>Tune: © 2010 GFTSMUSIC Publishing Company, Inc., admin. Music Services. Used by permission: OneLicense no. 707551</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807E01-29F9-7576-FDBD-FFD078527987}"/>
              </a:ext>
            </a:extLst>
          </p:cNvPr>
          <p:cNvSpPr>
            <a:spLocks noGrp="1"/>
          </p:cNvSpPr>
          <p:nvPr>
            <p:ph type="body" idx="1"/>
          </p:nvPr>
        </p:nvSpPr>
        <p:spPr/>
        <p:txBody>
          <a:bodyPr/>
          <a:lstStyle/>
          <a:p>
            <a:endParaRPr lang="en-US" dirty="0"/>
          </a:p>
        </p:txBody>
      </p:sp>
      <p:sp>
        <p:nvSpPr>
          <p:cNvPr id="3" name="Text Placeholder 2">
            <a:extLst>
              <a:ext uri="{FF2B5EF4-FFF2-40B4-BE49-F238E27FC236}">
                <a16:creationId xmlns:a16="http://schemas.microsoft.com/office/drawing/2014/main" id="{BC5C4B34-6931-1430-C2C0-FB0F799AADB0}"/>
              </a:ext>
            </a:extLst>
          </p:cNvPr>
          <p:cNvSpPr>
            <a:spLocks noGrp="1"/>
          </p:cNvSpPr>
          <p:nvPr>
            <p:ph type="body" idx="2"/>
          </p:nvPr>
        </p:nvSpPr>
        <p:spPr/>
        <p:txBody>
          <a:bodyPr/>
          <a:lstStyle/>
          <a:p>
            <a:endParaRPr lang="en-US"/>
          </a:p>
        </p:txBody>
      </p:sp>
    </p:spTree>
    <p:extLst>
      <p:ext uri="{BB962C8B-B14F-4D97-AF65-F5344CB8AC3E}">
        <p14:creationId xmlns:p14="http://schemas.microsoft.com/office/powerpoint/2010/main" val="10679791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662 Draw Near</a:t>
            </a:r>
          </a:p>
        </p:txBody>
      </p:sp>
      <p:pic>
        <p:nvPicPr>
          <p:cNvPr id="3" name="Picture"/>
          <p:cNvPicPr/>
          <p:nvPr/>
        </p:nvPicPr>
        <p:blipFill>
          <a:blip r:embed="rId2"/>
          <a:stretch>
            <a:fillRect/>
          </a:stretch>
        </p:blipFill>
        <p:spPr>
          <a:xfrm>
            <a:off x="254000" y="900330"/>
            <a:ext cx="12496800" cy="1709781"/>
          </a:xfrm>
          <a:prstGeom prst="rect">
            <a:avLst/>
          </a:prstGeom>
        </p:spPr>
      </p:pic>
      <p:pic>
        <p:nvPicPr>
          <p:cNvPr id="4" name="Picture"/>
          <p:cNvPicPr/>
          <p:nvPr/>
        </p:nvPicPr>
        <p:blipFill>
          <a:blip r:embed="rId3"/>
          <a:stretch>
            <a:fillRect/>
          </a:stretch>
        </p:blipFill>
        <p:spPr>
          <a:xfrm>
            <a:off x="254000" y="2610111"/>
            <a:ext cx="12496800" cy="1901144"/>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662 Draw Near</a:t>
            </a:r>
          </a:p>
        </p:txBody>
      </p:sp>
      <p:pic>
        <p:nvPicPr>
          <p:cNvPr id="3" name="Picture"/>
          <p:cNvPicPr/>
          <p:nvPr/>
        </p:nvPicPr>
        <p:blipFill>
          <a:blip r:embed="rId2"/>
          <a:stretch>
            <a:fillRect/>
          </a:stretch>
        </p:blipFill>
        <p:spPr>
          <a:xfrm>
            <a:off x="254000" y="900330"/>
            <a:ext cx="12496800" cy="1876184"/>
          </a:xfrm>
          <a:prstGeom prst="rect">
            <a:avLst/>
          </a:prstGeom>
        </p:spPr>
      </p:pic>
      <p:pic>
        <p:nvPicPr>
          <p:cNvPr id="4" name="Picture"/>
          <p:cNvPicPr/>
          <p:nvPr/>
        </p:nvPicPr>
        <p:blipFill>
          <a:blip r:embed="rId3"/>
          <a:stretch>
            <a:fillRect/>
          </a:stretch>
        </p:blipFill>
        <p:spPr>
          <a:xfrm>
            <a:off x="254000" y="2776514"/>
            <a:ext cx="12496800" cy="1992665"/>
          </a:xfrm>
          <a:prstGeom prst="rect">
            <a:avLst/>
          </a:prstGeom>
        </p:spPr>
      </p:pic>
      <p:pic>
        <p:nvPicPr>
          <p:cNvPr id="5" name="Picture"/>
          <p:cNvPicPr/>
          <p:nvPr/>
        </p:nvPicPr>
        <p:blipFill>
          <a:blip r:embed="rId4"/>
          <a:stretch>
            <a:fillRect/>
          </a:stretch>
        </p:blipFill>
        <p:spPr>
          <a:xfrm>
            <a:off x="254000" y="4769179"/>
            <a:ext cx="12496800" cy="2005145"/>
          </a:xfrm>
          <a:prstGeom prst="rect">
            <a:avLst/>
          </a:prstGeom>
        </p:spPr>
      </p:pic>
      <p:pic>
        <p:nvPicPr>
          <p:cNvPr id="6" name="Picture"/>
          <p:cNvPicPr/>
          <p:nvPr/>
        </p:nvPicPr>
        <p:blipFill>
          <a:blip r:embed="rId5"/>
          <a:stretch>
            <a:fillRect/>
          </a:stretch>
        </p:blipFill>
        <p:spPr>
          <a:xfrm>
            <a:off x="254000" y="6774324"/>
            <a:ext cx="12496800" cy="201346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662 Draw Near</a:t>
            </a:r>
          </a:p>
        </p:txBody>
      </p:sp>
      <p:pic>
        <p:nvPicPr>
          <p:cNvPr id="3" name="Picture"/>
          <p:cNvPicPr/>
          <p:nvPr/>
        </p:nvPicPr>
        <p:blipFill>
          <a:blip r:embed="rId2"/>
          <a:stretch>
            <a:fillRect/>
          </a:stretch>
        </p:blipFill>
        <p:spPr>
          <a:xfrm>
            <a:off x="254000" y="900330"/>
            <a:ext cx="12496800" cy="1709781"/>
          </a:xfrm>
          <a:prstGeom prst="rect">
            <a:avLst/>
          </a:prstGeom>
        </p:spPr>
      </p:pic>
      <p:pic>
        <p:nvPicPr>
          <p:cNvPr id="4" name="Picture"/>
          <p:cNvPicPr/>
          <p:nvPr/>
        </p:nvPicPr>
        <p:blipFill>
          <a:blip r:embed="rId3"/>
          <a:stretch>
            <a:fillRect/>
          </a:stretch>
        </p:blipFill>
        <p:spPr>
          <a:xfrm>
            <a:off x="254000" y="2610111"/>
            <a:ext cx="12496800" cy="1901144"/>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662 Draw Near</a:t>
            </a:r>
          </a:p>
        </p:txBody>
      </p:sp>
      <p:pic>
        <p:nvPicPr>
          <p:cNvPr id="3" name="Picture"/>
          <p:cNvPicPr/>
          <p:nvPr/>
        </p:nvPicPr>
        <p:blipFill>
          <a:blip r:embed="rId2"/>
          <a:stretch>
            <a:fillRect/>
          </a:stretch>
        </p:blipFill>
        <p:spPr>
          <a:xfrm>
            <a:off x="254000" y="900330"/>
            <a:ext cx="12496800" cy="1834583"/>
          </a:xfrm>
          <a:prstGeom prst="rect">
            <a:avLst/>
          </a:prstGeom>
        </p:spPr>
      </p:pic>
      <p:pic>
        <p:nvPicPr>
          <p:cNvPr id="4" name="Picture"/>
          <p:cNvPicPr/>
          <p:nvPr/>
        </p:nvPicPr>
        <p:blipFill>
          <a:blip r:embed="rId3"/>
          <a:stretch>
            <a:fillRect/>
          </a:stretch>
        </p:blipFill>
        <p:spPr>
          <a:xfrm>
            <a:off x="254000" y="2734913"/>
            <a:ext cx="12496800" cy="1963545"/>
          </a:xfrm>
          <a:prstGeom prst="rect">
            <a:avLst/>
          </a:prstGeom>
        </p:spPr>
      </p:pic>
      <p:pic>
        <p:nvPicPr>
          <p:cNvPr id="5" name="Picture"/>
          <p:cNvPicPr/>
          <p:nvPr/>
        </p:nvPicPr>
        <p:blipFill>
          <a:blip r:embed="rId4"/>
          <a:stretch>
            <a:fillRect/>
          </a:stretch>
        </p:blipFill>
        <p:spPr>
          <a:xfrm>
            <a:off x="254000" y="4698458"/>
            <a:ext cx="12496800" cy="1971865"/>
          </a:xfrm>
          <a:prstGeom prst="rect">
            <a:avLst/>
          </a:prstGeom>
        </p:spPr>
      </p:pic>
      <p:pic>
        <p:nvPicPr>
          <p:cNvPr id="6" name="Picture"/>
          <p:cNvPicPr/>
          <p:nvPr/>
        </p:nvPicPr>
        <p:blipFill>
          <a:blip r:embed="rId5"/>
          <a:stretch>
            <a:fillRect/>
          </a:stretch>
        </p:blipFill>
        <p:spPr>
          <a:xfrm>
            <a:off x="254000" y="6670323"/>
            <a:ext cx="12496800" cy="198850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662 Draw Near</a:t>
            </a:r>
          </a:p>
        </p:txBody>
      </p:sp>
      <p:pic>
        <p:nvPicPr>
          <p:cNvPr id="3" name="Picture"/>
          <p:cNvPicPr/>
          <p:nvPr/>
        </p:nvPicPr>
        <p:blipFill>
          <a:blip r:embed="rId2"/>
          <a:stretch>
            <a:fillRect/>
          </a:stretch>
        </p:blipFill>
        <p:spPr>
          <a:xfrm>
            <a:off x="254000" y="900330"/>
            <a:ext cx="12496800" cy="1709781"/>
          </a:xfrm>
          <a:prstGeom prst="rect">
            <a:avLst/>
          </a:prstGeom>
        </p:spPr>
      </p:pic>
      <p:pic>
        <p:nvPicPr>
          <p:cNvPr id="4" name="Picture"/>
          <p:cNvPicPr/>
          <p:nvPr/>
        </p:nvPicPr>
        <p:blipFill>
          <a:blip r:embed="rId3"/>
          <a:stretch>
            <a:fillRect/>
          </a:stretch>
        </p:blipFill>
        <p:spPr>
          <a:xfrm>
            <a:off x="254000" y="2610111"/>
            <a:ext cx="12496800" cy="1901144"/>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662 Draw Near</a:t>
            </a:r>
          </a:p>
        </p:txBody>
      </p:sp>
      <p:pic>
        <p:nvPicPr>
          <p:cNvPr id="3" name="Picture"/>
          <p:cNvPicPr/>
          <p:nvPr/>
        </p:nvPicPr>
        <p:blipFill>
          <a:blip r:embed="rId2"/>
          <a:stretch>
            <a:fillRect/>
          </a:stretch>
        </p:blipFill>
        <p:spPr>
          <a:xfrm>
            <a:off x="254000" y="900330"/>
            <a:ext cx="12496800" cy="1855383"/>
          </a:xfrm>
          <a:prstGeom prst="rect">
            <a:avLst/>
          </a:prstGeom>
        </p:spPr>
      </p:pic>
      <p:pic>
        <p:nvPicPr>
          <p:cNvPr id="4" name="Picture"/>
          <p:cNvPicPr/>
          <p:nvPr/>
        </p:nvPicPr>
        <p:blipFill>
          <a:blip r:embed="rId3"/>
          <a:stretch>
            <a:fillRect/>
          </a:stretch>
        </p:blipFill>
        <p:spPr>
          <a:xfrm>
            <a:off x="254000" y="2755713"/>
            <a:ext cx="12496800" cy="1959385"/>
          </a:xfrm>
          <a:prstGeom prst="rect">
            <a:avLst/>
          </a:prstGeom>
        </p:spPr>
      </p:pic>
      <p:pic>
        <p:nvPicPr>
          <p:cNvPr id="5" name="Picture"/>
          <p:cNvPicPr/>
          <p:nvPr/>
        </p:nvPicPr>
        <p:blipFill>
          <a:blip r:embed="rId4"/>
          <a:stretch>
            <a:fillRect/>
          </a:stretch>
        </p:blipFill>
        <p:spPr>
          <a:xfrm>
            <a:off x="254000" y="4715098"/>
            <a:ext cx="12496800" cy="1963545"/>
          </a:xfrm>
          <a:prstGeom prst="rect">
            <a:avLst/>
          </a:prstGeom>
        </p:spPr>
      </p:pic>
      <p:pic>
        <p:nvPicPr>
          <p:cNvPr id="6" name="Picture"/>
          <p:cNvPicPr/>
          <p:nvPr/>
        </p:nvPicPr>
        <p:blipFill>
          <a:blip r:embed="rId5"/>
          <a:stretch>
            <a:fillRect/>
          </a:stretch>
        </p:blipFill>
        <p:spPr>
          <a:xfrm>
            <a:off x="254000" y="6678643"/>
            <a:ext cx="12496800" cy="198850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662 Draw Near</a:t>
            </a:r>
          </a:p>
        </p:txBody>
      </p:sp>
      <p:pic>
        <p:nvPicPr>
          <p:cNvPr id="3" name="Picture"/>
          <p:cNvPicPr/>
          <p:nvPr/>
        </p:nvPicPr>
        <p:blipFill>
          <a:blip r:embed="rId2"/>
          <a:stretch>
            <a:fillRect/>
          </a:stretch>
        </p:blipFill>
        <p:spPr>
          <a:xfrm>
            <a:off x="254000" y="900330"/>
            <a:ext cx="12496800" cy="1709781"/>
          </a:xfrm>
          <a:prstGeom prst="rect">
            <a:avLst/>
          </a:prstGeom>
        </p:spPr>
      </p:pic>
      <p:pic>
        <p:nvPicPr>
          <p:cNvPr id="4" name="Picture"/>
          <p:cNvPicPr/>
          <p:nvPr/>
        </p:nvPicPr>
        <p:blipFill>
          <a:blip r:embed="rId3"/>
          <a:stretch>
            <a:fillRect/>
          </a:stretch>
        </p:blipFill>
        <p:spPr>
          <a:xfrm>
            <a:off x="254000" y="2610111"/>
            <a:ext cx="12496800" cy="1901144"/>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662 Draw Near</a:t>
            </a:r>
          </a:p>
        </p:txBody>
      </p:sp>
      <p:pic>
        <p:nvPicPr>
          <p:cNvPr id="3" name="Picture"/>
          <p:cNvPicPr/>
          <p:nvPr/>
        </p:nvPicPr>
        <p:blipFill>
          <a:blip r:embed="rId2"/>
          <a:stretch>
            <a:fillRect/>
          </a:stretch>
        </p:blipFill>
        <p:spPr>
          <a:xfrm>
            <a:off x="254000" y="900330"/>
            <a:ext cx="12496800" cy="1817943"/>
          </a:xfrm>
          <a:prstGeom prst="rect">
            <a:avLst/>
          </a:prstGeom>
        </p:spPr>
      </p:pic>
      <p:pic>
        <p:nvPicPr>
          <p:cNvPr id="4" name="Picture"/>
          <p:cNvPicPr/>
          <p:nvPr/>
        </p:nvPicPr>
        <p:blipFill>
          <a:blip r:embed="rId3"/>
          <a:stretch>
            <a:fillRect/>
          </a:stretch>
        </p:blipFill>
        <p:spPr>
          <a:xfrm>
            <a:off x="254000" y="2718273"/>
            <a:ext cx="12496800" cy="1930264"/>
          </a:xfrm>
          <a:prstGeom prst="rect">
            <a:avLst/>
          </a:prstGeom>
        </p:spPr>
      </p:pic>
      <p:pic>
        <p:nvPicPr>
          <p:cNvPr id="5" name="Picture"/>
          <p:cNvPicPr/>
          <p:nvPr/>
        </p:nvPicPr>
        <p:blipFill>
          <a:blip r:embed="rId4"/>
          <a:stretch>
            <a:fillRect/>
          </a:stretch>
        </p:blipFill>
        <p:spPr>
          <a:xfrm>
            <a:off x="254000" y="4648537"/>
            <a:ext cx="12496800" cy="1934424"/>
          </a:xfrm>
          <a:prstGeom prst="rect">
            <a:avLst/>
          </a:prstGeom>
        </p:spPr>
      </p:pic>
      <p:pic>
        <p:nvPicPr>
          <p:cNvPr id="6" name="Picture"/>
          <p:cNvPicPr/>
          <p:nvPr/>
        </p:nvPicPr>
        <p:blipFill>
          <a:blip r:embed="rId5"/>
          <a:stretch>
            <a:fillRect/>
          </a:stretch>
        </p:blipFill>
        <p:spPr>
          <a:xfrm>
            <a:off x="254000" y="6582961"/>
            <a:ext cx="12496800" cy="195522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662 Draw Near</a:t>
            </a:r>
          </a:p>
        </p:txBody>
      </p:sp>
      <p:pic>
        <p:nvPicPr>
          <p:cNvPr id="3" name="Picture"/>
          <p:cNvPicPr/>
          <p:nvPr/>
        </p:nvPicPr>
        <p:blipFill>
          <a:blip r:embed="rId2"/>
          <a:stretch>
            <a:fillRect/>
          </a:stretch>
        </p:blipFill>
        <p:spPr>
          <a:xfrm>
            <a:off x="254000" y="900330"/>
            <a:ext cx="12496800" cy="1709781"/>
          </a:xfrm>
          <a:prstGeom prst="rect">
            <a:avLst/>
          </a:prstGeom>
        </p:spPr>
      </p:pic>
      <p:pic>
        <p:nvPicPr>
          <p:cNvPr id="4" name="Picture"/>
          <p:cNvPicPr/>
          <p:nvPr/>
        </p:nvPicPr>
        <p:blipFill>
          <a:blip r:embed="rId3"/>
          <a:stretch>
            <a:fillRect/>
          </a:stretch>
        </p:blipFill>
        <p:spPr>
          <a:xfrm>
            <a:off x="254000" y="2610111"/>
            <a:ext cx="12496800" cy="1901144"/>
          </a:xfrm>
          <a:prstGeom prst="rect">
            <a:avLst/>
          </a:prstGeom>
        </p:spPr>
      </p:pic>
      <p:sp>
        <p:nvSpPr>
          <p:cNvPr id="5" name="TextBox"/>
          <p:cNvSpPr>
            <a:spLocks noGrp="1"/>
          </p:cNvSpPr>
          <p:nvPr>
            <p:ph type="body" idx="2"/>
          </p:nvPr>
        </p:nvSpPr>
        <p:spPr>
          <a:xfrm>
            <a:off x="254000" y="7806829"/>
            <a:ext cx="12496800" cy="1692771"/>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Text: Latin, 7th cent., abr.; tr. John Mason Neale, 1818–1866, alt.</a:t>
            </a:r>
            <a:br/>
            <a:r>
              <a:t>Tune: Steven R. Janco, b. 1961</a:t>
            </a:r>
            <a:br/>
            <a:r>
              <a:t>Text: Public domain</a:t>
            </a:r>
            <a:br/>
            <a:r>
              <a:t>Tune: © 1992 World Library Publications, a division of GIA Publications, Inc. Used by permission: OneLicense no. 707551</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F1A4B-937B-AD01-0475-1A9DA55CB87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F573C6D-DFAA-41B4-3610-8397B9BC1CB8}"/>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32E2AE52-160C-480D-D448-AA7B3DC5DCA2}"/>
              </a:ext>
            </a:extLst>
          </p:cNvPr>
          <p:cNvSpPr>
            <a:spLocks noGrp="1"/>
          </p:cNvSpPr>
          <p:nvPr>
            <p:ph type="body" idx="2"/>
          </p:nvPr>
        </p:nvSpPr>
        <p:spPr/>
        <p:txBody>
          <a:bodyPr/>
          <a:lstStyle/>
          <a:p>
            <a:endParaRPr lang="en-US"/>
          </a:p>
        </p:txBody>
      </p:sp>
    </p:spTree>
    <p:extLst>
      <p:ext uri="{BB962C8B-B14F-4D97-AF65-F5344CB8AC3E}">
        <p14:creationId xmlns:p14="http://schemas.microsoft.com/office/powerpoint/2010/main" val="29028535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582 Not unto Us</a:t>
            </a:r>
          </a:p>
        </p:txBody>
      </p:sp>
      <p:pic>
        <p:nvPicPr>
          <p:cNvPr id="3" name="Picture"/>
          <p:cNvPicPr/>
          <p:nvPr/>
        </p:nvPicPr>
        <p:blipFill>
          <a:blip r:embed="rId2"/>
          <a:stretch>
            <a:fillRect/>
          </a:stretch>
        </p:blipFill>
        <p:spPr>
          <a:xfrm>
            <a:off x="254000" y="900330"/>
            <a:ext cx="12496800" cy="1547539"/>
          </a:xfrm>
          <a:prstGeom prst="rect">
            <a:avLst/>
          </a:prstGeom>
        </p:spPr>
      </p:pic>
      <p:pic>
        <p:nvPicPr>
          <p:cNvPr id="4" name="Picture"/>
          <p:cNvPicPr/>
          <p:nvPr/>
        </p:nvPicPr>
        <p:blipFill>
          <a:blip r:embed="rId3"/>
          <a:stretch>
            <a:fillRect/>
          </a:stretch>
        </p:blipFill>
        <p:spPr>
          <a:xfrm>
            <a:off x="254000" y="2447869"/>
            <a:ext cx="12496800" cy="1867863"/>
          </a:xfrm>
          <a:prstGeom prst="rect">
            <a:avLst/>
          </a:prstGeom>
        </p:spPr>
      </p:pic>
      <p:pic>
        <p:nvPicPr>
          <p:cNvPr id="5" name="Picture"/>
          <p:cNvPicPr/>
          <p:nvPr/>
        </p:nvPicPr>
        <p:blipFill>
          <a:blip r:embed="rId4"/>
          <a:stretch>
            <a:fillRect/>
          </a:stretch>
        </p:blipFill>
        <p:spPr>
          <a:xfrm>
            <a:off x="254000" y="4315732"/>
            <a:ext cx="12496800" cy="1884504"/>
          </a:xfrm>
          <a:prstGeom prst="rect">
            <a:avLst/>
          </a:prstGeom>
        </p:spPr>
      </p:pic>
      <p:pic>
        <p:nvPicPr>
          <p:cNvPr id="6" name="Picture"/>
          <p:cNvPicPr/>
          <p:nvPr/>
        </p:nvPicPr>
        <p:blipFill>
          <a:blip r:embed="rId5"/>
          <a:stretch>
            <a:fillRect/>
          </a:stretch>
        </p:blipFill>
        <p:spPr>
          <a:xfrm>
            <a:off x="254000" y="6200236"/>
            <a:ext cx="12496800" cy="1867863"/>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582 Not unto Us</a:t>
            </a:r>
          </a:p>
        </p:txBody>
      </p:sp>
      <p:pic>
        <p:nvPicPr>
          <p:cNvPr id="3" name="Picture"/>
          <p:cNvPicPr/>
          <p:nvPr/>
        </p:nvPicPr>
        <p:blipFill>
          <a:blip r:embed="rId2"/>
          <a:stretch>
            <a:fillRect/>
          </a:stretch>
        </p:blipFill>
        <p:spPr>
          <a:xfrm>
            <a:off x="254000" y="900330"/>
            <a:ext cx="12496800" cy="1514259"/>
          </a:xfrm>
          <a:prstGeom prst="rect">
            <a:avLst/>
          </a:prstGeom>
        </p:spPr>
      </p:pic>
      <p:pic>
        <p:nvPicPr>
          <p:cNvPr id="4" name="Picture"/>
          <p:cNvPicPr/>
          <p:nvPr/>
        </p:nvPicPr>
        <p:blipFill>
          <a:blip r:embed="rId3"/>
          <a:stretch>
            <a:fillRect/>
          </a:stretch>
        </p:blipFill>
        <p:spPr>
          <a:xfrm>
            <a:off x="254000" y="2414589"/>
            <a:ext cx="12496800" cy="1842903"/>
          </a:xfrm>
          <a:prstGeom prst="rect">
            <a:avLst/>
          </a:prstGeom>
        </p:spPr>
      </p:pic>
      <p:pic>
        <p:nvPicPr>
          <p:cNvPr id="5" name="Picture"/>
          <p:cNvPicPr/>
          <p:nvPr/>
        </p:nvPicPr>
        <p:blipFill>
          <a:blip r:embed="rId4"/>
          <a:stretch>
            <a:fillRect/>
          </a:stretch>
        </p:blipFill>
        <p:spPr>
          <a:xfrm>
            <a:off x="254000" y="4257492"/>
            <a:ext cx="12496800" cy="1855383"/>
          </a:xfrm>
          <a:prstGeom prst="rect">
            <a:avLst/>
          </a:prstGeom>
        </p:spPr>
      </p:pic>
      <p:pic>
        <p:nvPicPr>
          <p:cNvPr id="6" name="Picture"/>
          <p:cNvPicPr/>
          <p:nvPr/>
        </p:nvPicPr>
        <p:blipFill>
          <a:blip r:embed="rId5"/>
          <a:stretch>
            <a:fillRect/>
          </a:stretch>
        </p:blipFill>
        <p:spPr>
          <a:xfrm>
            <a:off x="254000" y="6112875"/>
            <a:ext cx="12496800" cy="1838743"/>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582 Not unto Us</a:t>
            </a:r>
          </a:p>
        </p:txBody>
      </p:sp>
      <p:pic>
        <p:nvPicPr>
          <p:cNvPr id="3" name="Picture"/>
          <p:cNvPicPr/>
          <p:nvPr/>
        </p:nvPicPr>
        <p:blipFill>
          <a:blip r:embed="rId2"/>
          <a:stretch>
            <a:fillRect/>
          </a:stretch>
        </p:blipFill>
        <p:spPr>
          <a:xfrm>
            <a:off x="254000" y="900330"/>
            <a:ext cx="12496800" cy="1522579"/>
          </a:xfrm>
          <a:prstGeom prst="rect">
            <a:avLst/>
          </a:prstGeom>
        </p:spPr>
      </p:pic>
      <p:pic>
        <p:nvPicPr>
          <p:cNvPr id="4" name="Picture"/>
          <p:cNvPicPr/>
          <p:nvPr/>
        </p:nvPicPr>
        <p:blipFill>
          <a:blip r:embed="rId3"/>
          <a:stretch>
            <a:fillRect/>
          </a:stretch>
        </p:blipFill>
        <p:spPr>
          <a:xfrm>
            <a:off x="254000" y="2422909"/>
            <a:ext cx="12496800" cy="1842903"/>
          </a:xfrm>
          <a:prstGeom prst="rect">
            <a:avLst/>
          </a:prstGeom>
        </p:spPr>
      </p:pic>
      <p:pic>
        <p:nvPicPr>
          <p:cNvPr id="5" name="Picture"/>
          <p:cNvPicPr/>
          <p:nvPr/>
        </p:nvPicPr>
        <p:blipFill>
          <a:blip r:embed="rId4"/>
          <a:stretch>
            <a:fillRect/>
          </a:stretch>
        </p:blipFill>
        <p:spPr>
          <a:xfrm>
            <a:off x="254000" y="4265812"/>
            <a:ext cx="12496800" cy="1855383"/>
          </a:xfrm>
          <a:prstGeom prst="rect">
            <a:avLst/>
          </a:prstGeom>
        </p:spPr>
      </p:pic>
      <p:pic>
        <p:nvPicPr>
          <p:cNvPr id="6" name="Picture"/>
          <p:cNvPicPr/>
          <p:nvPr/>
        </p:nvPicPr>
        <p:blipFill>
          <a:blip r:embed="rId5"/>
          <a:stretch>
            <a:fillRect/>
          </a:stretch>
        </p:blipFill>
        <p:spPr>
          <a:xfrm>
            <a:off x="254000" y="6121195"/>
            <a:ext cx="12496800" cy="1834583"/>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582 Not unto Us</a:t>
            </a:r>
          </a:p>
        </p:txBody>
      </p:sp>
      <p:pic>
        <p:nvPicPr>
          <p:cNvPr id="3" name="Picture"/>
          <p:cNvPicPr/>
          <p:nvPr/>
        </p:nvPicPr>
        <p:blipFill>
          <a:blip r:embed="rId2"/>
          <a:stretch>
            <a:fillRect/>
          </a:stretch>
        </p:blipFill>
        <p:spPr>
          <a:xfrm>
            <a:off x="254000" y="900330"/>
            <a:ext cx="12496800" cy="1489299"/>
          </a:xfrm>
          <a:prstGeom prst="rect">
            <a:avLst/>
          </a:prstGeom>
        </p:spPr>
      </p:pic>
      <p:pic>
        <p:nvPicPr>
          <p:cNvPr id="4" name="Picture"/>
          <p:cNvPicPr/>
          <p:nvPr/>
        </p:nvPicPr>
        <p:blipFill>
          <a:blip r:embed="rId3"/>
          <a:stretch>
            <a:fillRect/>
          </a:stretch>
        </p:blipFill>
        <p:spPr>
          <a:xfrm>
            <a:off x="254000" y="2389629"/>
            <a:ext cx="12496800" cy="1805463"/>
          </a:xfrm>
          <a:prstGeom prst="rect">
            <a:avLst/>
          </a:prstGeom>
        </p:spPr>
      </p:pic>
      <p:pic>
        <p:nvPicPr>
          <p:cNvPr id="5" name="Picture"/>
          <p:cNvPicPr/>
          <p:nvPr/>
        </p:nvPicPr>
        <p:blipFill>
          <a:blip r:embed="rId4"/>
          <a:stretch>
            <a:fillRect/>
          </a:stretch>
        </p:blipFill>
        <p:spPr>
          <a:xfrm>
            <a:off x="254000" y="4195092"/>
            <a:ext cx="12496800" cy="1826263"/>
          </a:xfrm>
          <a:prstGeom prst="rect">
            <a:avLst/>
          </a:prstGeom>
        </p:spPr>
      </p:pic>
      <p:pic>
        <p:nvPicPr>
          <p:cNvPr id="6" name="Picture"/>
          <p:cNvPicPr/>
          <p:nvPr/>
        </p:nvPicPr>
        <p:blipFill>
          <a:blip r:embed="rId5"/>
          <a:stretch>
            <a:fillRect/>
          </a:stretch>
        </p:blipFill>
        <p:spPr>
          <a:xfrm>
            <a:off x="254000" y="6021355"/>
            <a:ext cx="12496800" cy="1813783"/>
          </a:xfrm>
          <a:prstGeom prst="rect">
            <a:avLst/>
          </a:prstGeom>
        </p:spPr>
      </p:pic>
      <p:sp>
        <p:nvSpPr>
          <p:cNvPr id="7" name="TextBox"/>
          <p:cNvSpPr>
            <a:spLocks noGrp="1"/>
          </p:cNvSpPr>
          <p:nvPr>
            <p:ph type="body" idx="2"/>
          </p:nvPr>
        </p:nvSpPr>
        <p:spPr>
          <a:xfrm>
            <a:off x="254000" y="8145383"/>
            <a:ext cx="12496800" cy="1354217"/>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Text: Kurt J. Eggert, 1923–1993, alt.</a:t>
            </a:r>
            <a:br/>
            <a:r>
              <a:t>Tune: Kurt J. Eggert, 1923–1993</a:t>
            </a:r>
            <a:br/>
            <a:r>
              <a:t>Text and tune: © 1975 Kurt J. Eggert, admin. Northwestern Publishing House. Used by permission: OneLicense no. 707551</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807E01-29F9-7576-FDBD-FFD078527987}"/>
              </a:ext>
            </a:extLst>
          </p:cNvPr>
          <p:cNvSpPr>
            <a:spLocks noGrp="1"/>
          </p:cNvSpPr>
          <p:nvPr>
            <p:ph type="body" idx="1"/>
          </p:nvPr>
        </p:nvSpPr>
        <p:spPr/>
        <p:txBody>
          <a:bodyPr/>
          <a:lstStyle/>
          <a:p>
            <a:endParaRPr lang="en-US" dirty="0"/>
          </a:p>
        </p:txBody>
      </p:sp>
      <p:sp>
        <p:nvSpPr>
          <p:cNvPr id="3" name="Text Placeholder 2">
            <a:extLst>
              <a:ext uri="{FF2B5EF4-FFF2-40B4-BE49-F238E27FC236}">
                <a16:creationId xmlns:a16="http://schemas.microsoft.com/office/drawing/2014/main" id="{BC5C4B34-6931-1430-C2C0-FB0F799AADB0}"/>
              </a:ext>
            </a:extLst>
          </p:cNvPr>
          <p:cNvSpPr>
            <a:spLocks noGrp="1"/>
          </p:cNvSpPr>
          <p:nvPr>
            <p:ph type="body" idx="2"/>
          </p:nvPr>
        </p:nvSpPr>
        <p:spPr/>
        <p:txBody>
          <a:bodyPr/>
          <a:lstStyle/>
          <a:p>
            <a:endParaRPr lang="en-US" dirty="0"/>
          </a:p>
        </p:txBody>
      </p:sp>
    </p:spTree>
    <p:extLst>
      <p:ext uri="{BB962C8B-B14F-4D97-AF65-F5344CB8AC3E}">
        <p14:creationId xmlns:p14="http://schemas.microsoft.com/office/powerpoint/2010/main" val="5432656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Thanksgiving</a:t>
            </a:r>
          </a:p>
        </p:txBody>
      </p:sp>
      <p:sp>
        <p:nvSpPr>
          <p:cNvPr id="3" name="TextBox"/>
          <p:cNvSpPr>
            <a:spLocks noGrp="1"/>
          </p:cNvSpPr>
          <p:nvPr>
            <p:ph type="body" idx="2"/>
          </p:nvPr>
        </p:nvSpPr>
        <p:spPr>
          <a:xfrm>
            <a:off x="254000" y="900330"/>
            <a:ext cx="12496800" cy="2132802"/>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Give thanks to the Lord, for he is good;</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his mercy endures forever.</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Proclamation</a:t>
            </a:r>
          </a:p>
        </p:txBody>
      </p:sp>
      <p:sp>
        <p:nvSpPr>
          <p:cNvPr id="3" name="TextBox"/>
          <p:cNvSpPr>
            <a:spLocks noGrp="1"/>
          </p:cNvSpPr>
          <p:nvPr>
            <p:ph type="body" idx="2"/>
          </p:nvPr>
        </p:nvSpPr>
        <p:spPr>
          <a:xfrm>
            <a:off x="254000" y="900330"/>
            <a:ext cx="12496800" cy="2244314"/>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Whenever we eat this bread and drink this cup,</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we proclaim the Lord’s death until he comes.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Post-Communion Prayer</a:t>
            </a:r>
          </a:p>
        </p:txBody>
      </p:sp>
      <p:sp>
        <p:nvSpPr>
          <p:cNvPr id="3" name="TextBox"/>
          <p:cNvSpPr>
            <a:spLocks noGrp="1"/>
          </p:cNvSpPr>
          <p:nvPr>
            <p:ph type="body" idx="2"/>
          </p:nvPr>
        </p:nvSpPr>
        <p:spPr>
          <a:xfrm>
            <a:off x="254000" y="900330"/>
            <a:ext cx="12496800" cy="7730714"/>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sz="1600"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O God the Father, source of all goodness, in your loving-kindness you sent your Son to share our humanity. We thank you that through him you have given us pardon and peace in this Sacrament. We also pray that you will not forsake us but will rule our hearts and minds by your Holy Spirit so that we willingly serve you day after day; through Jesus Christ our Lord, who lives and reigns with you and the Holy Spirit, one God, now and forever.</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sz="1600" b="1"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Amen.</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Blessing</a:t>
            </a:r>
          </a:p>
        </p:txBody>
      </p:sp>
      <p:sp>
        <p:nvSpPr>
          <p:cNvPr id="3" name="TextBox"/>
          <p:cNvSpPr>
            <a:spLocks noGrp="1"/>
          </p:cNvSpPr>
          <p:nvPr>
            <p:ph type="body" idx="2"/>
          </p:nvPr>
        </p:nvSpPr>
        <p:spPr>
          <a:xfrm>
            <a:off x="254000" y="900329"/>
            <a:ext cx="12496800" cy="4429953"/>
          </a:xfrm>
          <a:prstGeom prst="rect">
            <a:avLst/>
          </a:prstGeom>
        </p:spPr>
        <p:txBody>
          <a:bodyPr/>
          <a:lstStyle/>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lang="en-US" sz="1600"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The Lord bless you and keep you.</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The Lord make his face shine on you and be gracious to you.</a:t>
            </a:r>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dirty="0"/>
              <a:t>The Lord look on you with favor and </a:t>
            </a:r>
            <a:r>
              <a:rPr lang="en-US" dirty="0"/>
              <a:t>(+)</a:t>
            </a:r>
            <a:r>
              <a:rPr dirty="0"/>
              <a:t> give you peace.</a:t>
            </a:r>
            <a:endParaRPr lang="en-US"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endParaRPr dirty="0"/>
          </a:p>
          <a:p>
            <a:pPr marL="0" marR="0" indent="0" algn="l">
              <a:lnSpc>
                <a:spcPct val="100000"/>
              </a:lnSpc>
              <a:spcBef>
                <a:spcPts val="0"/>
              </a:spcBef>
              <a:spcAft>
                <a:spcPts val="0"/>
              </a:spcAft>
              <a:buNone/>
              <a:tabLst>
                <a:tab pos="482600" algn="l"/>
                <a:tab pos="965200" algn="l"/>
                <a:tab pos="1447800" algn="l"/>
                <a:tab pos="1930400" algn="l"/>
                <a:tab pos="2412999" algn="l"/>
                <a:tab pos="2895600" algn="l"/>
                <a:tab pos="3378200" algn="l"/>
                <a:tab pos="3860800" algn="l"/>
                <a:tab pos="4343400" algn="l"/>
                <a:tab pos="4826000" algn="l"/>
                <a:tab pos="5308599" algn="l"/>
              </a:tabLst>
              <a:defRPr sz="3800" b="0" i="0" u="none">
                <a:solidFill>
                  <a:srgbClr val="F4ECEC"/>
                </a:solidFill>
                <a:uLnTx/>
                <a:uFillTx/>
                <a:latin typeface="Verdana"/>
              </a:defRPr>
            </a:pPr>
            <a:r>
              <a:rPr b="1" dirty="0"/>
              <a:t>Amen.</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584 Jesus Loves Me</a:t>
            </a:r>
          </a:p>
        </p:txBody>
      </p:sp>
      <p:pic>
        <p:nvPicPr>
          <p:cNvPr id="3" name="Picture"/>
          <p:cNvPicPr/>
          <p:nvPr/>
        </p:nvPicPr>
        <p:blipFill>
          <a:blip r:embed="rId2"/>
          <a:stretch>
            <a:fillRect/>
          </a:stretch>
        </p:blipFill>
        <p:spPr>
          <a:xfrm>
            <a:off x="254000" y="900330"/>
            <a:ext cx="12496800" cy="1535059"/>
          </a:xfrm>
          <a:prstGeom prst="rect">
            <a:avLst/>
          </a:prstGeom>
        </p:spPr>
      </p:pic>
      <p:pic>
        <p:nvPicPr>
          <p:cNvPr id="4" name="Picture"/>
          <p:cNvPicPr/>
          <p:nvPr/>
        </p:nvPicPr>
        <p:blipFill>
          <a:blip r:embed="rId3"/>
          <a:stretch>
            <a:fillRect/>
          </a:stretch>
        </p:blipFill>
        <p:spPr>
          <a:xfrm>
            <a:off x="254000" y="2435389"/>
            <a:ext cx="12496800" cy="1872023"/>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584 Jesus Loves Me</a:t>
            </a:r>
          </a:p>
        </p:txBody>
      </p:sp>
      <p:pic>
        <p:nvPicPr>
          <p:cNvPr id="3" name="Picture"/>
          <p:cNvPicPr/>
          <p:nvPr/>
        </p:nvPicPr>
        <p:blipFill>
          <a:blip r:embed="rId2"/>
          <a:stretch>
            <a:fillRect/>
          </a:stretch>
        </p:blipFill>
        <p:spPr>
          <a:xfrm>
            <a:off x="254000" y="900330"/>
            <a:ext cx="12496800" cy="1967705"/>
          </a:xfrm>
          <a:prstGeom prst="rect">
            <a:avLst/>
          </a:prstGeom>
        </p:spPr>
      </p:pic>
      <p:pic>
        <p:nvPicPr>
          <p:cNvPr id="4" name="Picture"/>
          <p:cNvPicPr/>
          <p:nvPr/>
        </p:nvPicPr>
        <p:blipFill>
          <a:blip r:embed="rId3"/>
          <a:stretch>
            <a:fillRect/>
          </a:stretch>
        </p:blipFill>
        <p:spPr>
          <a:xfrm>
            <a:off x="254000" y="2868035"/>
            <a:ext cx="12496800" cy="1896984"/>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584 Jesus Loves Me</a:t>
            </a:r>
          </a:p>
        </p:txBody>
      </p:sp>
      <p:pic>
        <p:nvPicPr>
          <p:cNvPr id="3" name="Picture"/>
          <p:cNvPicPr/>
          <p:nvPr/>
        </p:nvPicPr>
        <p:blipFill>
          <a:blip r:embed="rId2"/>
          <a:stretch>
            <a:fillRect/>
          </a:stretch>
        </p:blipFill>
        <p:spPr>
          <a:xfrm>
            <a:off x="254000" y="900330"/>
            <a:ext cx="12496800" cy="1526739"/>
          </a:xfrm>
          <a:prstGeom prst="rect">
            <a:avLst/>
          </a:prstGeom>
        </p:spPr>
      </p:pic>
      <p:pic>
        <p:nvPicPr>
          <p:cNvPr id="4" name="Picture"/>
          <p:cNvPicPr/>
          <p:nvPr/>
        </p:nvPicPr>
        <p:blipFill>
          <a:blip r:embed="rId3"/>
          <a:stretch>
            <a:fillRect/>
          </a:stretch>
        </p:blipFill>
        <p:spPr>
          <a:xfrm>
            <a:off x="254000" y="2427069"/>
            <a:ext cx="12496800" cy="1847063"/>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a:spLocks noGrp="1"/>
          </p:cNvSpPr>
          <p:nvPr>
            <p:ph type="body" idx="1"/>
          </p:nvPr>
        </p:nvSpPr>
        <p:spPr>
          <a:xfrm>
            <a:off x="254000" y="254000"/>
            <a:ext cx="12496800" cy="646330"/>
          </a:xfrm>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584 Jesus Loves Me</a:t>
            </a:r>
          </a:p>
        </p:txBody>
      </p:sp>
      <p:pic>
        <p:nvPicPr>
          <p:cNvPr id="3" name="Picture"/>
          <p:cNvPicPr/>
          <p:nvPr/>
        </p:nvPicPr>
        <p:blipFill>
          <a:blip r:embed="rId2"/>
          <a:stretch>
            <a:fillRect/>
          </a:stretch>
        </p:blipFill>
        <p:spPr>
          <a:xfrm>
            <a:off x="254000" y="900330"/>
            <a:ext cx="12496800" cy="1967705"/>
          </a:xfrm>
          <a:prstGeom prst="rect">
            <a:avLst/>
          </a:prstGeom>
        </p:spPr>
      </p:pic>
      <p:pic>
        <p:nvPicPr>
          <p:cNvPr id="4" name="Picture"/>
          <p:cNvPicPr/>
          <p:nvPr/>
        </p:nvPicPr>
        <p:blipFill>
          <a:blip r:embed="rId3"/>
          <a:stretch>
            <a:fillRect/>
          </a:stretch>
        </p:blipFill>
        <p:spPr>
          <a:xfrm>
            <a:off x="254000" y="2868035"/>
            <a:ext cx="12496800" cy="1896984"/>
          </a:xfrm>
          <a:prstGeom prst="rect">
            <a:avLst/>
          </a:prstGeom>
        </p:spPr>
      </p:pic>
      <p:sp>
        <p:nvSpPr>
          <p:cNvPr id="5" name="TextBox"/>
          <p:cNvSpPr>
            <a:spLocks noGrp="1"/>
          </p:cNvSpPr>
          <p:nvPr>
            <p:ph type="body" idx="2"/>
          </p:nvPr>
        </p:nvSpPr>
        <p:spPr>
          <a:xfrm>
            <a:off x="254000" y="8483938"/>
            <a:ext cx="12496800" cy="1015662"/>
          </a:xfrm>
          <a:prstGeom prst="rect">
            <a:avLst/>
          </a:prstGeom>
        </p:spPr>
        <p:txBody>
          <a:bodyPr/>
          <a:lstStyle/>
          <a:p>
            <a:pPr marL="0" marR="0" indent="0" algn="l">
              <a:lnSpc>
                <a:spcPct val="100000"/>
              </a:lnSpc>
              <a:spcBef>
                <a:spcPts val="0"/>
              </a:spcBef>
              <a:spcAft>
                <a:spcPts val="0"/>
              </a:spcAft>
              <a:buNone/>
              <a:defRPr sz="2200" b="0" i="0" u="none">
                <a:solidFill>
                  <a:srgbClr val="F6F0F0"/>
                </a:solidFill>
                <a:uLnTx/>
                <a:uFillTx/>
                <a:latin typeface="Verdana"/>
              </a:defRPr>
            </a:pPr>
            <a:r>
              <a:t>Text: Anna B. Warner, 1820–1915, abr.; Spanish tr. unknown</a:t>
            </a:r>
            <a:br/>
            <a:r>
              <a:t>Tune: William B. Bradbury, 1816–1868</a:t>
            </a:r>
            <a:br/>
            <a:r>
              <a:t>Text and tune: Public domain</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p:cNvSpPr>
            <a:spLocks noGrp="1"/>
          </p:cNvSpPr>
          <p:nvPr>
            <p:ph type="body" idx="1"/>
          </p:nvPr>
        </p:nvSpPr>
        <p:spPr>
          <a:prstGeom prst="rect">
            <a:avLst/>
          </a:prstGeom>
        </p:spPr>
        <p:txBody>
          <a:bodyPr/>
          <a:lstStyle/>
          <a:p>
            <a:pPr marL="0" marR="0" indent="0" algn="l">
              <a:lnSpc>
                <a:spcPct val="100000"/>
              </a:lnSpc>
              <a:spcBef>
                <a:spcPts val="0"/>
              </a:spcBef>
              <a:spcAft>
                <a:spcPts val="0"/>
              </a:spcAft>
              <a:buNone/>
              <a:tabLst>
                <a:tab pos="899769600" algn="r"/>
              </a:tabLst>
              <a:defRPr sz="4200" b="1" i="0" u="none">
                <a:solidFill>
                  <a:srgbClr val="FBF6F6"/>
                </a:solidFill>
                <a:uLnTx/>
                <a:uFillTx/>
                <a:latin typeface="Verdana"/>
              </a:defRPr>
            </a:pPr>
            <a:r>
              <a:t>Acknowledgments</a:t>
            </a:r>
          </a:p>
        </p:txBody>
      </p:sp>
      <p:sp>
        <p:nvSpPr>
          <p:cNvPr id="3" name="TextBox"/>
          <p:cNvSpPr>
            <a:spLocks noGrp="1"/>
          </p:cNvSpPr>
          <p:nvPr>
            <p:ph type="body" idx="2"/>
          </p:nvPr>
        </p:nvSpPr>
        <p:spPr>
          <a:xfrm>
            <a:off x="254000" y="900330"/>
            <a:ext cx="12496800" cy="3103634"/>
          </a:xfrm>
          <a:prstGeom prst="rect">
            <a:avLst/>
          </a:prstGeom>
        </p:spPr>
        <p:txBody>
          <a:bodyPr/>
          <a:lstStyle/>
          <a:p>
            <a:pPr marL="0" marR="0">
              <a:spcBef>
                <a:spcPts val="0"/>
              </a:spcBef>
              <a:spcAft>
                <a:spcPts val="0"/>
              </a:spcAft>
              <a:tabLst>
                <a:tab pos="5486400" algn="r"/>
              </a:tabLst>
            </a:pPr>
            <a:r>
              <a:rPr lang="en-US" sz="1800" b="1" dirty="0">
                <a:solidFill>
                  <a:schemeClr val="bg1">
                    <a:lumMod val="95000"/>
                  </a:schemeClr>
                </a:solidFill>
                <a:effectLst/>
                <a:latin typeface="Segoe UI" panose="020B0502040204020203" pitchFamily="34" charset="0"/>
                <a:ea typeface="Times New Roman" panose="02020603050405020304" pitchFamily="18" charset="0"/>
                <a:cs typeface="Times New Roman" panose="02020603050405020304" pitchFamily="18" charset="0"/>
              </a:rPr>
              <a:t> </a:t>
            </a:r>
            <a:endParaRPr lang="en-US" sz="1800" dirty="0">
              <a:solidFill>
                <a:schemeClr val="bg1">
                  <a:lumMod val="95000"/>
                </a:schemeClr>
              </a:solidFill>
              <a:effectLst/>
              <a:latin typeface="Segoe UI" panose="020B0502040204020203" pitchFamily="34" charset="0"/>
              <a:ea typeface="Times New Roman" panose="02020603050405020304" pitchFamily="18" charset="0"/>
              <a:cs typeface="Times New Roman" panose="02020603050405020304" pitchFamily="18" charset="0"/>
            </a:endParaRPr>
          </a:p>
          <a:p>
            <a:pPr marL="0" marR="0">
              <a:spcBef>
                <a:spcPts val="0"/>
              </a:spcBef>
              <a:spcAft>
                <a:spcPts val="0"/>
              </a:spcAft>
            </a:pPr>
            <a:r>
              <a:rPr lang="en-US" sz="2400" dirty="0">
                <a:solidFill>
                  <a:schemeClr val="bg1">
                    <a:lumMod val="95000"/>
                  </a:schemeClr>
                </a:solidFill>
                <a:effectLst/>
                <a:latin typeface="Segoe UI" panose="020B0502040204020203" pitchFamily="34" charset="0"/>
                <a:ea typeface="Times New Roman" panose="02020603050405020304" pitchFamily="18" charset="0"/>
                <a:cs typeface="Times New Roman" panose="02020603050405020304" pitchFamily="18" charset="0"/>
              </a:rPr>
              <a:t>Unless otherwise noted, Scripture quotations are </a:t>
            </a:r>
            <a:r>
              <a:rPr lang="en-US" sz="2400" i="1" dirty="0">
                <a:solidFill>
                  <a:schemeClr val="bg1">
                    <a:lumMod val="95000"/>
                  </a:schemeClr>
                </a:solidFill>
                <a:effectLst/>
                <a:latin typeface="Segoe UI" panose="020B0502040204020203" pitchFamily="34" charset="0"/>
                <a:ea typeface="Times New Roman" panose="02020603050405020304" pitchFamily="18" charset="0"/>
                <a:cs typeface="Times New Roman" panose="02020603050405020304" pitchFamily="18" charset="0"/>
              </a:rPr>
              <a:t>from the Holy Bible, Evangelical Heritage Version</a:t>
            </a:r>
            <a:r>
              <a:rPr lang="en-US" sz="2400" dirty="0">
                <a:solidFill>
                  <a:schemeClr val="bg1">
                    <a:lumMod val="95000"/>
                  </a:schemeClr>
                </a:solidFill>
                <a:effectLst/>
                <a:latin typeface="Segoe UI" panose="020B0502040204020203" pitchFamily="34" charset="0"/>
                <a:ea typeface="Times New Roman" panose="02020603050405020304" pitchFamily="18" charset="0"/>
                <a:cs typeface="Times New Roman" panose="02020603050405020304" pitchFamily="18" charset="0"/>
              </a:rPr>
              <a:t>® (EHV®) © 2017 Wartburg Project. All rights reserved. Used by permission.  </a:t>
            </a:r>
            <a:r>
              <a:rPr lang="en-US" sz="2400" i="1" dirty="0">
                <a:solidFill>
                  <a:schemeClr val="bg1">
                    <a:lumMod val="95000"/>
                  </a:schemeClr>
                </a:solidFill>
                <a:effectLst/>
                <a:latin typeface="Segoe UI" panose="020B0502040204020203" pitchFamily="34" charset="0"/>
                <a:ea typeface="Times New Roman" panose="02020603050405020304" pitchFamily="18" charset="0"/>
                <a:cs typeface="Times New Roman" panose="02020603050405020304" pitchFamily="18" charset="0"/>
              </a:rPr>
              <a:t>Liturgical and musical settings of Scripture</a:t>
            </a:r>
            <a:r>
              <a:rPr lang="en-US" sz="2400" dirty="0">
                <a:solidFill>
                  <a:schemeClr val="bg1">
                    <a:lumMod val="95000"/>
                  </a:schemeClr>
                </a:solidFill>
                <a:effectLst/>
                <a:latin typeface="Segoe UI" panose="020B0502040204020203" pitchFamily="34" charset="0"/>
                <a:ea typeface="Times New Roman" panose="02020603050405020304" pitchFamily="18" charset="0"/>
                <a:cs typeface="Times New Roman" panose="02020603050405020304" pitchFamily="18" charset="0"/>
              </a:rPr>
              <a:t> based on text from The Holy Bible, New International Version®, NIV®. Copyright © 1973, 1978, 1984, 2011 by Biblica, Inc.TM Used by permission of Zondervan. All rights reserved worldwide.  Software distributed in partnership with Northwestern Publishing House.</a:t>
            </a:r>
          </a:p>
          <a:p>
            <a:pPr marL="0" marR="0">
              <a:spcBef>
                <a:spcPts val="0"/>
              </a:spcBef>
              <a:spcAft>
                <a:spcPts val="0"/>
              </a:spcAft>
            </a:pPr>
            <a:r>
              <a:rPr lang="en-US" sz="2400" dirty="0">
                <a:solidFill>
                  <a:schemeClr val="bg1">
                    <a:lumMod val="95000"/>
                  </a:schemeClr>
                </a:solidFill>
                <a:effectLst/>
                <a:latin typeface="Segoe UI" panose="020B0502040204020203" pitchFamily="34" charset="0"/>
                <a:ea typeface="Times New Roman" panose="02020603050405020304" pitchFamily="18" charset="0"/>
                <a:cs typeface="Times New Roman" panose="02020603050405020304" pitchFamily="18" charset="0"/>
              </a:rPr>
              <a:t>Created by Christian Worship: Service Builder </a:t>
            </a:r>
            <a:r>
              <a:rPr lang="en-US" sz="2400">
                <a:solidFill>
                  <a:schemeClr val="bg1">
                    <a:lumMod val="95000"/>
                  </a:schemeClr>
                </a:solidFill>
                <a:effectLst/>
                <a:latin typeface="Segoe UI" panose="020B0502040204020203" pitchFamily="34" charset="0"/>
                <a:ea typeface="Times New Roman" panose="02020603050405020304" pitchFamily="18" charset="0"/>
                <a:cs typeface="Times New Roman" panose="02020603050405020304" pitchFamily="18" charset="0"/>
              </a:rPr>
              <a:t>© 2026 </a:t>
            </a:r>
            <a:r>
              <a:rPr lang="en-US" sz="2400" dirty="0">
                <a:solidFill>
                  <a:schemeClr val="bg1">
                    <a:lumMod val="95000"/>
                  </a:schemeClr>
                </a:solidFill>
                <a:effectLst/>
                <a:latin typeface="Segoe UI" panose="020B0502040204020203" pitchFamily="34" charset="0"/>
                <a:ea typeface="Times New Roman" panose="02020603050405020304" pitchFamily="18" charset="0"/>
                <a:cs typeface="Times New Roman" panose="02020603050405020304" pitchFamily="18" charset="0"/>
              </a:rPr>
              <a:t>Concordia Publishing House.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DE699D7-8B2F-800D-52D8-8B4117878CF3}"/>
              </a:ext>
            </a:extLst>
          </p:cNvPr>
          <p:cNvSpPr>
            <a:spLocks noGrp="1"/>
          </p:cNvSpPr>
          <p:nvPr>
            <p:ph type="body" idx="1"/>
          </p:nvPr>
        </p:nvSpPr>
        <p:spPr/>
        <p:txBody>
          <a:bodyPr/>
          <a:lstStyle/>
          <a:p>
            <a:endParaRPr lang="en-US"/>
          </a:p>
        </p:txBody>
      </p:sp>
      <p:sp>
        <p:nvSpPr>
          <p:cNvPr id="3" name="Text Placeholder 2">
            <a:extLst>
              <a:ext uri="{FF2B5EF4-FFF2-40B4-BE49-F238E27FC236}">
                <a16:creationId xmlns:a16="http://schemas.microsoft.com/office/drawing/2014/main" id="{6C72E1F2-6BD6-A142-7D06-EABC881FFB0C}"/>
              </a:ext>
            </a:extLst>
          </p:cNvPr>
          <p:cNvSpPr>
            <a:spLocks noGrp="1"/>
          </p:cNvSpPr>
          <p:nvPr>
            <p:ph type="body" idx="2"/>
          </p:nvPr>
        </p:nvSpPr>
        <p:spPr/>
        <p:txBody>
          <a:bodyPr/>
          <a:lstStyle/>
          <a:p>
            <a:endParaRPr lang="en-US"/>
          </a:p>
        </p:txBody>
      </p:sp>
    </p:spTree>
    <p:extLst>
      <p:ext uri="{BB962C8B-B14F-4D97-AF65-F5344CB8AC3E}">
        <p14:creationId xmlns:p14="http://schemas.microsoft.com/office/powerpoint/2010/main" val="17384190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noFill/>
        <a:noFill/>
        <a:noFill/>
      </a:fillStyleLst>
      <a:lnStyleLst>
        <a:ln/>
        <a:ln/>
        <a:ln/>
      </a:lnStyleLst>
      <a:effectStyleLst>
        <a:effectStyle>
          <a:effectLst/>
        </a:effectStyle>
        <a:effectStyle>
          <a:effectLst/>
        </a:effectStyle>
        <a:effectStyle>
          <a:effectLst/>
        </a:effectStyle>
      </a:effectStyleLst>
      <a:bgFillStyleLst>
        <a:noFill/>
        <a:noFill/>
        <a:no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noFill/>
        <a:noFill/>
        <a:noFill/>
      </a:fillStyleLst>
      <a:lnStyleLst>
        <a:ln/>
        <a:ln/>
        <a:ln/>
      </a:lnStyleLst>
      <a:effectStyleLst>
        <a:effectStyle>
          <a:effectLst/>
        </a:effectStyle>
        <a:effectStyle>
          <a:effectLst/>
        </a:effectStyle>
        <a:effectStyle>
          <a:effectLst/>
        </a:effectStyle>
      </a:effectStyleLst>
      <a:bgFillStyleLst>
        <a:noFill/>
        <a:noFill/>
        <a:no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517</TotalTime>
  <Words>3076</Words>
  <Application>Microsoft Macintosh PowerPoint</Application>
  <PresentationFormat>Custom</PresentationFormat>
  <Paragraphs>258</Paragraphs>
  <Slides>86</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86</vt:i4>
      </vt:variant>
    </vt:vector>
  </HeadingPairs>
  <TitlesOfParts>
    <vt:vector size="92" baseType="lpstr">
      <vt:lpstr>Arial</vt:lpstr>
      <vt:lpstr>Calibri</vt:lpstr>
      <vt:lpstr>Segoe UI</vt:lpstr>
      <vt:lpstr>Verdana</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StPeterUser</dc:creator>
  <cp:lastModifiedBy>James Free</cp:lastModifiedBy>
  <cp:revision>67</cp:revision>
  <dcterms:modified xsi:type="dcterms:W3CDTF">2026-09-23T22:20:49Z</dcterms:modified>
</cp:coreProperties>
</file>