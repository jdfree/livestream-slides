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55681708" r:id="rId1"/>
  </p:sldMasterIdLst>
  <p:sldIdLst>
    <p:sldId id="8473222" r:id="rId2"/>
    <p:sldId id="8198460" r:id="rId3"/>
    <p:sldId id="8235180" r:id="rId4"/>
    <p:sldId id="8235300" r:id="rId5"/>
    <p:sldId id="8235420" r:id="rId6"/>
    <p:sldId id="8235560" r:id="rId7"/>
    <p:sldId id="8235640" r:id="rId8"/>
    <p:sldId id="8235720" r:id="rId9"/>
    <p:sldId id="8235800" r:id="rId10"/>
    <p:sldId id="8265160" r:id="rId11"/>
    <p:sldId id="8265240" r:id="rId12"/>
    <p:sldId id="8265320" r:id="rId13"/>
    <p:sldId id="8265400" r:id="rId14"/>
    <p:sldId id="8265480" r:id="rId15"/>
    <p:sldId id="8265560" r:id="rId16"/>
    <p:sldId id="8265640" r:id="rId17"/>
    <p:sldId id="8268160" r:id="rId18"/>
    <p:sldId id="8268240" r:id="rId19"/>
    <p:sldId id="8268320" r:id="rId20"/>
    <p:sldId id="8273320" r:id="rId21"/>
    <p:sldId id="8273400" r:id="rId22"/>
    <p:sldId id="8273500" r:id="rId23"/>
    <p:sldId id="8273580" r:id="rId24"/>
    <p:sldId id="8273640" r:id="rId25"/>
    <p:sldId id="8322580" r:id="rId26"/>
    <p:sldId id="8322720" r:id="rId27"/>
    <p:sldId id="8322860" r:id="rId28"/>
    <p:sldId id="8323020" r:id="rId29"/>
    <p:sldId id="8323100" r:id="rId30"/>
    <p:sldId id="8323180" r:id="rId31"/>
    <p:sldId id="8342780" r:id="rId32"/>
    <p:sldId id="8342860" r:id="rId33"/>
    <p:sldId id="8342940" r:id="rId34"/>
    <p:sldId id="8343020" r:id="rId35"/>
    <p:sldId id="8343100" r:id="rId36"/>
    <p:sldId id="8343180" r:id="rId37"/>
    <p:sldId id="8343260" r:id="rId38"/>
    <p:sldId id="8343340" r:id="rId39"/>
    <p:sldId id="8473221" r:id="rId40"/>
    <p:sldId id="8346160" r:id="rId41"/>
    <p:sldId id="8380420" r:id="rId42"/>
    <p:sldId id="8380520" r:id="rId43"/>
    <p:sldId id="8380620" r:id="rId44"/>
    <p:sldId id="8380720" r:id="rId45"/>
    <p:sldId id="8380820" r:id="rId46"/>
    <p:sldId id="8380920" r:id="rId47"/>
    <p:sldId id="8381020" r:id="rId48"/>
    <p:sldId id="8381140" r:id="rId49"/>
    <p:sldId id="8381220" r:id="rId50"/>
    <p:sldId id="8381300" r:id="rId51"/>
    <p:sldId id="8381380" r:id="rId52"/>
    <p:sldId id="8396120" r:id="rId53"/>
    <p:sldId id="8396240" r:id="rId54"/>
    <p:sldId id="8396300" r:id="rId55"/>
    <p:sldId id="8418400" r:id="rId56"/>
    <p:sldId id="8418540" r:id="rId57"/>
    <p:sldId id="8418640" r:id="rId58"/>
    <p:sldId id="8418720" r:id="rId59"/>
    <p:sldId id="8421240" r:id="rId60"/>
    <p:sldId id="8421320" r:id="rId61"/>
    <p:sldId id="8423840" r:id="rId62"/>
    <p:sldId id="8472780" r:id="rId63"/>
    <p:sldId id="8472920" r:id="rId64"/>
    <p:sldId id="8473060" r:id="rId65"/>
    <p:sldId id="8473220" r:id="rId66"/>
    <p:sldId id="8473223" r:id="rId67"/>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2"/>
    <p:restoredTop sz="94716"/>
  </p:normalViewPr>
  <p:slideViewPr>
    <p:cSldViewPr snapToGrid="0">
      <p:cViewPr varScale="1">
        <p:scale>
          <a:sx n="239" d="100"/>
          <a:sy n="239" d="100"/>
        </p:scale>
        <p:origin x="51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ading">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lIns="0" tIns="0" rIns="0" bIns="0" anchor="ctr"/>
          <a:lstStyle>
            <a:lvl1pPr marL="0" indent="0" algn="l" defTabSz="660400">
              <a:buNone/>
              <a:defRPr sz="5200" b="1" i="0" u="sng">
                <a:solidFill>
                  <a:srgbClr val="FBF4F4"/>
                </a:solidFill>
                <a:uLnTx/>
                <a:uFillTx/>
                <a:latin typeface="Verdana"/>
              </a:defRPr>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ubric">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lIns="0" tIns="0" rIns="0" bIns="0" anchor="ctr"/>
          <a:lstStyle>
            <a:lvl1pPr marL="0" indent="0" algn="l" defTabSz="533400">
              <a:buNone/>
              <a:defRPr sz="4200" b="1" i="1" u="none">
                <a:solidFill>
                  <a:srgbClr val="F6F2F2"/>
                </a:solidFill>
                <a:uLnTx/>
                <a:uFillTx/>
                <a:latin typeface="Verdana"/>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ption">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lIns="0" tIns="0" rIns="0" bIns="0" anchor="ctr"/>
          <a:lstStyle>
            <a:lvl1pPr marL="0" indent="0" algn="l" defTabSz="533400">
              <a:buNone/>
              <a:defRPr sz="4200" b="1" i="0" u="none">
                <a:solidFill>
                  <a:srgbClr val="FBF6F6"/>
                </a:solidFill>
                <a:uLnTx/>
                <a:uFillTx/>
                <a:latin typeface="Verdana"/>
              </a:defRPr>
            </a:lvl1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lIns="0" tIns="0" rIns="0" bIns="0" anchor="t"/>
          <a:lstStyle>
            <a:lvl1pPr marL="0" indent="0" algn="l" defTabSz="482600">
              <a:buNone/>
              <a:defRPr sz="3800" b="0" i="0" u="none">
                <a:solidFill>
                  <a:srgbClr val="F4ECEC"/>
                </a:solidFill>
                <a:uLnTx/>
                <a:uFillTx/>
                <a:latin typeface="Verdana"/>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lIns="0" tIns="0" rIns="0" bIns="0" anchor="ctr"/>
          <a:lstStyle>
            <a:lvl1pPr marL="0" indent="0" algn="l" defTabSz="533400">
              <a:buNone/>
              <a:defRPr sz="4200" b="1" i="0" u="none">
                <a:solidFill>
                  <a:srgbClr val="FBF6F6"/>
                </a:solidFill>
                <a:uLnTx/>
                <a:uFillTx/>
                <a:latin typeface="Verdana"/>
              </a:defRPr>
            </a:lvl1pPr>
          </a:lstStyle>
          <a:p>
            <a:endParaRPr/>
          </a:p>
        </p:txBody>
      </p:sp>
      <p:sp>
        <p:nvSpPr>
          <p:cNvPr id="3" name="TextBox"/>
          <p:cNvSpPr>
            <a:spLocks noGrp="1"/>
          </p:cNvSpPr>
          <p:nvPr>
            <p:ph type="body" idx="2"/>
          </p:nvPr>
        </p:nvSpPr>
        <p:spPr>
          <a:xfrm>
            <a:off x="254000" y="900330"/>
            <a:ext cx="12496800" cy="8599270"/>
          </a:xfrm>
          <a:prstGeom prst="rect">
            <a:avLst/>
          </a:prstGeom>
        </p:spPr>
        <p:txBody>
          <a:bodyPr lIns="0" tIns="0" rIns="0" bIns="0" anchor="t"/>
          <a:lstStyle>
            <a:lvl1pPr marL="0" indent="0" algn="l" defTabSz="482600">
              <a:buNone/>
              <a:defRPr sz="3800" b="0" i="0" u="none">
                <a:solidFill>
                  <a:srgbClr val="F4ECEC"/>
                </a:solidFill>
                <a:uLnTx/>
                <a:uFillTx/>
                <a:latin typeface="Verdana"/>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203"/>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55681748" r:id="rId1"/>
    <p:sldLayoutId id="2155681788" r:id="rId2"/>
    <p:sldLayoutId id="2155681848" r:id="rId3"/>
    <p:sldLayoutId id="2155681908" r:id="rId4"/>
    <p:sldLayoutId id="2155681968" r:id="rId5"/>
    <p:sldLayoutId id="2155682028"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 Id="rId5" Type="http://schemas.openxmlformats.org/officeDocument/2006/relationships/image" Target="../media/image60.png"/><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 Id="rId5" Type="http://schemas.openxmlformats.org/officeDocument/2006/relationships/image" Target="../media/image64.png"/><Relationship Id="rId4" Type="http://schemas.openxmlformats.org/officeDocument/2006/relationships/image" Target="../media/image63.png"/></Relationships>
</file>

<file path=ppt/slides/_rels/slide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70.png"/></Relationships>
</file>

<file path=ppt/slides/_rels/slide6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 Id="rId5" Type="http://schemas.openxmlformats.org/officeDocument/2006/relationships/image" Target="../media/image75.png"/><Relationship Id="rId4" Type="http://schemas.openxmlformats.org/officeDocument/2006/relationships/image" Target="../media/image74.png"/></Relationships>
</file>

<file path=ppt/slides/_rels/slide6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6.xml"/><Relationship Id="rId5" Type="http://schemas.openxmlformats.org/officeDocument/2006/relationships/image" Target="../media/image79.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xml"/><Relationship Id="rId5" Type="http://schemas.openxmlformats.org/officeDocument/2006/relationships/image" Target="../media/image83.png"/><Relationship Id="rId4" Type="http://schemas.openxmlformats.org/officeDocument/2006/relationships/image" Target="../media/image8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698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733 Forgive Our Sins as We Forgive</a:t>
            </a:r>
          </a:p>
        </p:txBody>
      </p:sp>
      <p:pic>
        <p:nvPicPr>
          <p:cNvPr id="3" name="Picture"/>
          <p:cNvPicPr/>
          <p:nvPr/>
        </p:nvPicPr>
        <p:blipFill>
          <a:blip r:embed="rId2"/>
          <a:stretch>
            <a:fillRect/>
          </a:stretch>
        </p:blipFill>
        <p:spPr>
          <a:xfrm>
            <a:off x="254000" y="900330"/>
            <a:ext cx="12496800" cy="1626580"/>
          </a:xfrm>
          <a:prstGeom prst="rect">
            <a:avLst/>
          </a:prstGeom>
        </p:spPr>
      </p:pic>
      <p:pic>
        <p:nvPicPr>
          <p:cNvPr id="4" name="Picture"/>
          <p:cNvPicPr/>
          <p:nvPr/>
        </p:nvPicPr>
        <p:blipFill>
          <a:blip r:embed="rId3"/>
          <a:stretch>
            <a:fillRect/>
          </a:stretch>
        </p:blipFill>
        <p:spPr>
          <a:xfrm>
            <a:off x="254000" y="2526910"/>
            <a:ext cx="12496800" cy="1788822"/>
          </a:xfrm>
          <a:prstGeom prst="rect">
            <a:avLst/>
          </a:prstGeom>
        </p:spPr>
      </p:pic>
      <p:pic>
        <p:nvPicPr>
          <p:cNvPr id="5" name="Picture"/>
          <p:cNvPicPr/>
          <p:nvPr/>
        </p:nvPicPr>
        <p:blipFill>
          <a:blip r:embed="rId4"/>
          <a:stretch>
            <a:fillRect/>
          </a:stretch>
        </p:blipFill>
        <p:spPr>
          <a:xfrm>
            <a:off x="254000" y="4315732"/>
            <a:ext cx="12496800" cy="19011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733 Forgive Our Sins as We Forgive</a:t>
            </a:r>
          </a:p>
        </p:txBody>
      </p:sp>
      <p:pic>
        <p:nvPicPr>
          <p:cNvPr id="3" name="Picture"/>
          <p:cNvPicPr/>
          <p:nvPr/>
        </p:nvPicPr>
        <p:blipFill>
          <a:blip r:embed="rId2"/>
          <a:stretch>
            <a:fillRect/>
          </a:stretch>
        </p:blipFill>
        <p:spPr>
          <a:xfrm>
            <a:off x="254000" y="900330"/>
            <a:ext cx="12496800" cy="1651541"/>
          </a:xfrm>
          <a:prstGeom prst="rect">
            <a:avLst/>
          </a:prstGeom>
        </p:spPr>
      </p:pic>
      <p:pic>
        <p:nvPicPr>
          <p:cNvPr id="4" name="Picture"/>
          <p:cNvPicPr/>
          <p:nvPr/>
        </p:nvPicPr>
        <p:blipFill>
          <a:blip r:embed="rId3"/>
          <a:stretch>
            <a:fillRect/>
          </a:stretch>
        </p:blipFill>
        <p:spPr>
          <a:xfrm>
            <a:off x="254000" y="2551871"/>
            <a:ext cx="12496800" cy="1759702"/>
          </a:xfrm>
          <a:prstGeom prst="rect">
            <a:avLst/>
          </a:prstGeom>
        </p:spPr>
      </p:pic>
      <p:pic>
        <p:nvPicPr>
          <p:cNvPr id="5" name="Picture"/>
          <p:cNvPicPr/>
          <p:nvPr/>
        </p:nvPicPr>
        <p:blipFill>
          <a:blip r:embed="rId4"/>
          <a:stretch>
            <a:fillRect/>
          </a:stretch>
        </p:blipFill>
        <p:spPr>
          <a:xfrm>
            <a:off x="254000" y="4311573"/>
            <a:ext cx="12496800" cy="18678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733 Forgive Our Sins as We Forgive</a:t>
            </a:r>
          </a:p>
        </p:txBody>
      </p:sp>
      <p:pic>
        <p:nvPicPr>
          <p:cNvPr id="3" name="Picture"/>
          <p:cNvPicPr/>
          <p:nvPr/>
        </p:nvPicPr>
        <p:blipFill>
          <a:blip r:embed="rId2"/>
          <a:stretch>
            <a:fillRect/>
          </a:stretch>
        </p:blipFill>
        <p:spPr>
          <a:xfrm>
            <a:off x="254000" y="900330"/>
            <a:ext cx="12496800" cy="1647381"/>
          </a:xfrm>
          <a:prstGeom prst="rect">
            <a:avLst/>
          </a:prstGeom>
        </p:spPr>
      </p:pic>
      <p:pic>
        <p:nvPicPr>
          <p:cNvPr id="4" name="Picture"/>
          <p:cNvPicPr/>
          <p:nvPr/>
        </p:nvPicPr>
        <p:blipFill>
          <a:blip r:embed="rId3"/>
          <a:stretch>
            <a:fillRect/>
          </a:stretch>
        </p:blipFill>
        <p:spPr>
          <a:xfrm>
            <a:off x="254000" y="2547711"/>
            <a:ext cx="12496800" cy="1768022"/>
          </a:xfrm>
          <a:prstGeom prst="rect">
            <a:avLst/>
          </a:prstGeom>
        </p:spPr>
      </p:pic>
      <p:pic>
        <p:nvPicPr>
          <p:cNvPr id="5" name="Picture"/>
          <p:cNvPicPr/>
          <p:nvPr/>
        </p:nvPicPr>
        <p:blipFill>
          <a:blip r:embed="rId4"/>
          <a:stretch>
            <a:fillRect/>
          </a:stretch>
        </p:blipFill>
        <p:spPr>
          <a:xfrm>
            <a:off x="254000" y="4315733"/>
            <a:ext cx="12496800" cy="18761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733 Forgive Our Sins as We Forgive</a:t>
            </a:r>
          </a:p>
        </p:txBody>
      </p:sp>
      <p:pic>
        <p:nvPicPr>
          <p:cNvPr id="3" name="Picture"/>
          <p:cNvPicPr/>
          <p:nvPr/>
        </p:nvPicPr>
        <p:blipFill>
          <a:blip r:embed="rId2"/>
          <a:stretch>
            <a:fillRect/>
          </a:stretch>
        </p:blipFill>
        <p:spPr>
          <a:xfrm>
            <a:off x="254000" y="900330"/>
            <a:ext cx="12496800" cy="1614100"/>
          </a:xfrm>
          <a:prstGeom prst="rect">
            <a:avLst/>
          </a:prstGeom>
        </p:spPr>
      </p:pic>
      <p:pic>
        <p:nvPicPr>
          <p:cNvPr id="4" name="Picture"/>
          <p:cNvPicPr/>
          <p:nvPr/>
        </p:nvPicPr>
        <p:blipFill>
          <a:blip r:embed="rId3"/>
          <a:stretch>
            <a:fillRect/>
          </a:stretch>
        </p:blipFill>
        <p:spPr>
          <a:xfrm>
            <a:off x="254000" y="2514430"/>
            <a:ext cx="12496800" cy="1709781"/>
          </a:xfrm>
          <a:prstGeom prst="rect">
            <a:avLst/>
          </a:prstGeom>
        </p:spPr>
      </p:pic>
      <p:pic>
        <p:nvPicPr>
          <p:cNvPr id="5" name="Picture"/>
          <p:cNvPicPr/>
          <p:nvPr/>
        </p:nvPicPr>
        <p:blipFill>
          <a:blip r:embed="rId4"/>
          <a:stretch>
            <a:fillRect/>
          </a:stretch>
        </p:blipFill>
        <p:spPr>
          <a:xfrm>
            <a:off x="254000" y="4224211"/>
            <a:ext cx="12496800" cy="1842903"/>
          </a:xfrm>
          <a:prstGeom prst="rect">
            <a:avLst/>
          </a:prstGeom>
        </p:spPr>
      </p:pic>
      <p:sp>
        <p:nvSpPr>
          <p:cNvPr id="6" name="TextBox"/>
          <p:cNvSpPr>
            <a:spLocks noGrp="1"/>
          </p:cNvSpPr>
          <p:nvPr>
            <p:ph type="body" idx="2"/>
          </p:nvPr>
        </p:nvSpPr>
        <p:spPr>
          <a:xfrm>
            <a:off x="254000" y="8145383"/>
            <a:ext cx="12496800" cy="1354217"/>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Rosamond E. Herklots, 1905–1987, alt.</a:t>
            </a:r>
            <a:br/>
            <a:r>
              <a:t>Tune: A Supplement to Kentucky Harmony, Harrisonburg, 1820, ed. Ananias Davisson</a:t>
            </a:r>
            <a:br/>
            <a:r>
              <a:t>Text: © 1969 Oxford University Press. Used by permission: OneLicense no. 707551</a:t>
            </a:r>
            <a:br/>
            <a:r>
              <a:t>Tune: Public domain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Invocation &amp; Confession</a:t>
            </a:r>
          </a:p>
        </p:txBody>
      </p:sp>
      <p:sp>
        <p:nvSpPr>
          <p:cNvPr id="3" name="TextBox"/>
          <p:cNvSpPr>
            <a:spLocks noGrp="1"/>
          </p:cNvSpPr>
          <p:nvPr>
            <p:ph type="body" idx="2"/>
          </p:nvPr>
        </p:nvSpPr>
        <p:spPr>
          <a:xfrm>
            <a:off x="254000" y="900330"/>
            <a:ext cx="12496800" cy="8186853"/>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1"/>
              <a:t>Invocation</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The grace of our </a:t>
            </a:r>
            <a:r>
              <a:rPr b="0" i="0">
                <a:uLnTx/>
                <a:uFillTx/>
                <a:latin typeface="CWSymbol"/>
              </a:rPr>
              <a:t>T</a:t>
            </a:r>
            <a:r>
              <a:t> Lord Jesus Christ and the love of God and the fellowship of the Holy Spirit be with you.</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1"/>
              <a:t>And also with you.</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Confession</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We have come into the presence of God, who created us to love and serve him as his dear children. But we have disobeyed him and deserve only his wrath and punishment. Therefore, let us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Invocation &amp; Confession</a:t>
            </a:r>
          </a:p>
        </p:txBody>
      </p:sp>
      <p:sp>
        <p:nvSpPr>
          <p:cNvPr id="3" name="TextBox"/>
          <p:cNvSpPr>
            <a:spLocks noGrp="1"/>
          </p:cNvSpPr>
          <p:nvPr>
            <p:ph type="body" idx="2"/>
          </p:nvPr>
        </p:nvSpPr>
        <p:spPr>
          <a:xfrm>
            <a:off x="254000" y="900330"/>
            <a:ext cx="12496800" cy="8186854"/>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confess our sins to him and plead for his mercy.</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1"/>
              <a:t>Merciful Father in heaven, I am altogether sinful from birth. In countless ways I have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sinned against you and do not deserve to be called your child. But trusting in Jesus, my</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Savior, I pray: Have mercy on me according to your unfailing love. Cleanse me from my</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sin, and take away my guilt.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God, our heavenly Father, has forgiven all your sins. By the perfect life and innocent death of our Lord Jesus Christ, he has removed your guilt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Invocation &amp; Confession</a:t>
            </a:r>
          </a:p>
        </p:txBody>
      </p:sp>
      <p:sp>
        <p:nvSpPr>
          <p:cNvPr id="3" name="TextBox"/>
          <p:cNvSpPr>
            <a:spLocks noGrp="1"/>
          </p:cNvSpPr>
          <p:nvPr>
            <p:ph type="body" idx="2"/>
          </p:nvPr>
        </p:nvSpPr>
        <p:spPr>
          <a:xfrm>
            <a:off x="254000" y="900330"/>
            <a:ext cx="12496800" cy="3508651"/>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forever. You are his own dear child. May God give you strength to live according to his will.</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1"/>
              <a:t>Amen.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In the peace of forgiveness, let us praise the Lord.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 Taste and See</a:t>
            </a:r>
          </a:p>
        </p:txBody>
      </p:sp>
      <p:pic>
        <p:nvPicPr>
          <p:cNvPr id="3" name="Picture"/>
          <p:cNvPicPr/>
          <p:nvPr/>
        </p:nvPicPr>
        <p:blipFill>
          <a:blip r:embed="rId2"/>
          <a:stretch>
            <a:fillRect/>
          </a:stretch>
        </p:blipFill>
        <p:spPr>
          <a:xfrm>
            <a:off x="254000" y="900330"/>
            <a:ext cx="12496800" cy="14399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 Taste and See</a:t>
            </a:r>
          </a:p>
        </p:txBody>
      </p:sp>
      <p:pic>
        <p:nvPicPr>
          <p:cNvPr id="3" name="Picture"/>
          <p:cNvPicPr/>
          <p:nvPr/>
        </p:nvPicPr>
        <p:blipFill>
          <a:blip r:embed="rId2"/>
          <a:stretch>
            <a:fillRect/>
          </a:stretch>
        </p:blipFill>
        <p:spPr>
          <a:xfrm>
            <a:off x="254000" y="900330"/>
            <a:ext cx="12496800" cy="20834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 Taste and See</a:t>
            </a:r>
          </a:p>
        </p:txBody>
      </p:sp>
      <p:pic>
        <p:nvPicPr>
          <p:cNvPr id="3" name="Picture"/>
          <p:cNvPicPr/>
          <p:nvPr/>
        </p:nvPicPr>
        <p:blipFill>
          <a:blip r:embed="rId2"/>
          <a:stretch>
            <a:fillRect/>
          </a:stretch>
        </p:blipFill>
        <p:spPr>
          <a:xfrm>
            <a:off x="254000" y="900330"/>
            <a:ext cx="12496800" cy="206738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 Taste and See</a:t>
            </a:r>
          </a:p>
        </p:txBody>
      </p:sp>
      <p:pic>
        <p:nvPicPr>
          <p:cNvPr id="3" name="Picture"/>
          <p:cNvPicPr/>
          <p:nvPr/>
        </p:nvPicPr>
        <p:blipFill>
          <a:blip r:embed="rId2"/>
          <a:stretch>
            <a:fillRect/>
          </a:stretch>
        </p:blipFill>
        <p:spPr>
          <a:xfrm>
            <a:off x="254000" y="900330"/>
            <a:ext cx="12496800" cy="20311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 Taste and See</a:t>
            </a:r>
          </a:p>
        </p:txBody>
      </p:sp>
      <p:pic>
        <p:nvPicPr>
          <p:cNvPr id="3" name="Picture"/>
          <p:cNvPicPr/>
          <p:nvPr/>
        </p:nvPicPr>
        <p:blipFill>
          <a:blip r:embed="rId2"/>
          <a:stretch>
            <a:fillRect/>
          </a:stretch>
        </p:blipFill>
        <p:spPr>
          <a:xfrm>
            <a:off x="254000" y="900330"/>
            <a:ext cx="12496800" cy="21478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 Taste and See</a:t>
            </a:r>
          </a:p>
        </p:txBody>
      </p:sp>
      <p:pic>
        <p:nvPicPr>
          <p:cNvPr id="3" name="Picture"/>
          <p:cNvPicPr/>
          <p:nvPr/>
        </p:nvPicPr>
        <p:blipFill>
          <a:blip r:embed="rId2"/>
          <a:stretch>
            <a:fillRect/>
          </a:stretch>
        </p:blipFill>
        <p:spPr>
          <a:xfrm>
            <a:off x="254000" y="900330"/>
            <a:ext cx="12496800" cy="20834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Proper 19 (Year A)</a:t>
            </a:r>
          </a:p>
        </p:txBody>
      </p:sp>
      <p:sp>
        <p:nvSpPr>
          <p:cNvPr id="3" name="TextBox"/>
          <p:cNvSpPr>
            <a:spLocks noGrp="1"/>
          </p:cNvSpPr>
          <p:nvPr>
            <p:ph type="body" idx="2"/>
          </p:nvPr>
        </p:nvSpPr>
        <p:spPr>
          <a:xfrm>
            <a:off x="254000" y="900330"/>
            <a:ext cx="12496800" cy="526298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Lord God, heavenly Father, you graciously forgive us all our sins and abundantly provide for all our needs of body and soul. Give us confidence in your mercy, and teach us also to be merciful to our neighbor, that we willingly forgive all people, and judging only ourselves, lead blessed lives to your glory; through your Son, Jesus Christ our Lord, who lives and reigns with you and the Holy Spirit, one God, now and forever.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Amen after Prayer of the Day</a:t>
            </a:r>
          </a:p>
        </p:txBody>
      </p:sp>
      <p:pic>
        <p:nvPicPr>
          <p:cNvPr id="3" name="Picture"/>
          <p:cNvPicPr/>
          <p:nvPr/>
        </p:nvPicPr>
        <p:blipFill>
          <a:blip r:embed="rId2"/>
          <a:stretch>
            <a:fillRect/>
          </a:stretch>
        </p:blipFill>
        <p:spPr>
          <a:xfrm>
            <a:off x="254000" y="900330"/>
            <a:ext cx="6053207" cy="15301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1st Reading</a:t>
            </a:r>
          </a:p>
        </p:txBody>
      </p:sp>
      <p:sp>
        <p:nvSpPr>
          <p:cNvPr id="3" name="TextBox"/>
          <p:cNvSpPr>
            <a:spLocks noGrp="1"/>
          </p:cNvSpPr>
          <p:nvPr>
            <p:ph type="body" idx="2"/>
          </p:nvPr>
        </p:nvSpPr>
        <p:spPr>
          <a:xfrm>
            <a:off x="254000" y="900330"/>
            <a:ext cx="12496800" cy="818685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15</a:t>
            </a:r>
            <a:r>
              <a:t>When Joseph's brothers saw that their father was dead, they said, “It may be that Joseph will hate us and will pay us back in full for all of the evil that we did to him.”</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16</a:t>
            </a:r>
            <a:r>
              <a:t>They sent the following message to Joseph: “Before he died your father commanded us, </a:t>
            </a:r>
            <a:r>
              <a:rPr baseline="25000">
                <a:uLnTx/>
                <a:uFillTx/>
              </a:rPr>
              <a:t>17</a:t>
            </a:r>
            <a:r>
              <a:t>‘You are to tell Joseph, “Please forgive the offense of your brothers and their sin, because they did evil to you.”’ Now, please forgive the offense of the servants of the God of your father.”</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Joseph wept when they spoke to him.</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18</a:t>
            </a:r>
            <a:r>
              <a:t>His brothers also came and fell down in front of him, and they said, “See now, we are your servants.”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1st Reading</a:t>
            </a:r>
          </a:p>
        </p:txBody>
      </p:sp>
      <p:sp>
        <p:nvSpPr>
          <p:cNvPr id="3" name="TextBox"/>
          <p:cNvSpPr>
            <a:spLocks noGrp="1"/>
          </p:cNvSpPr>
          <p:nvPr>
            <p:ph type="body" idx="2"/>
          </p:nvPr>
        </p:nvSpPr>
        <p:spPr>
          <a:xfrm>
            <a:off x="254000" y="900330"/>
            <a:ext cx="12496800" cy="4093429"/>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19</a:t>
            </a:r>
            <a:r>
              <a:t>Joseph said to them, “Do not be afraid, for am I in the place of God? </a:t>
            </a:r>
            <a:r>
              <a:rPr baseline="25000">
                <a:uLnTx/>
                <a:uFillTx/>
              </a:rPr>
              <a:t>20</a:t>
            </a:r>
            <a:r>
              <a:t>You meant evil against me, but God meant it for good, to bring this to pass and to keep many people alive, as it is this day. </a:t>
            </a:r>
            <a:r>
              <a:rPr baseline="25000">
                <a:uLnTx/>
                <a:uFillTx/>
              </a:rPr>
              <a:t>21</a:t>
            </a:r>
            <a:r>
              <a:t>Now therefore, do not be afraid. I will nourish you and your little ones.” He comforted them and spoke to them in a kind way.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3" name="Picture"/>
          <p:cNvPicPr/>
          <p:nvPr/>
        </p:nvPicPr>
        <p:blipFill>
          <a:blip r:embed="rId2"/>
          <a:stretch>
            <a:fillRect/>
          </a:stretch>
        </p:blipFill>
        <p:spPr>
          <a:xfrm>
            <a:off x="254000" y="900330"/>
            <a:ext cx="12496800" cy="2154190"/>
          </a:xfrm>
          <a:prstGeom prst="rect">
            <a:avLst/>
          </a:prstGeom>
        </p:spPr>
      </p:pic>
      <p:pic>
        <p:nvPicPr>
          <p:cNvPr id="4" name="Picture"/>
          <p:cNvPicPr/>
          <p:nvPr/>
        </p:nvPicPr>
        <p:blipFill>
          <a:blip r:embed="rId3"/>
          <a:stretch>
            <a:fillRect/>
          </a:stretch>
        </p:blipFill>
        <p:spPr>
          <a:xfrm>
            <a:off x="254000" y="3054520"/>
            <a:ext cx="12496800" cy="1763275"/>
          </a:xfrm>
          <a:prstGeom prst="rect">
            <a:avLst/>
          </a:prstGeom>
        </p:spPr>
      </p:pic>
      <p:sp>
        <p:nvSpPr>
          <p:cNvPr id="5" name="TextBox"/>
          <p:cNvSpPr>
            <a:spLocks noGrp="1"/>
          </p:cNvSpPr>
          <p:nvPr>
            <p:ph type="body" idx="2"/>
          </p:nvPr>
        </p:nvSpPr>
        <p:spPr>
          <a:xfrm>
            <a:off x="254000" y="4817795"/>
            <a:ext cx="12496800" cy="4678203"/>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In you, </a:t>
            </a:r>
            <a:r>
              <a:rPr cap="small">
                <a:uLnTx/>
                <a:uFillTx/>
              </a:rPr>
              <a:t>Lord </a:t>
            </a:r>
            <a:r>
              <a:t>my God, I / put my trust.</a:t>
            </a:r>
            <a:br/>
            <a:r>
              <a:t>   I trust in you; do not let me be / put to shame.</a:t>
            </a:r>
            <a:br/>
            <a:r>
              <a:t>       Show me your ways, </a:t>
            </a:r>
            <a:r>
              <a:rPr cap="small">
                <a:uLnTx/>
                <a:uFillTx/>
              </a:rPr>
              <a:t>Lord</a:t>
            </a:r>
            <a:r>
              <a:t>, teach me / your paths.</a:t>
            </a:r>
            <a:br/>
            <a:r>
              <a:t>           Guide me in your truth and teach me, for you are God my / Savior.</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sp>
        <p:nvSpPr>
          <p:cNvPr id="3" name="TextBox"/>
          <p:cNvSpPr>
            <a:spLocks noGrp="1"/>
          </p:cNvSpPr>
          <p:nvPr>
            <p:ph type="body" idx="2"/>
          </p:nvPr>
        </p:nvSpPr>
        <p:spPr>
          <a:xfrm>
            <a:off x="254000" y="900330"/>
            <a:ext cx="12496800" cy="818685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Remember, </a:t>
            </a:r>
            <a:r>
              <a:rPr cap="small">
                <a:uLnTx/>
                <a:uFillTx/>
              </a:rPr>
              <a:t>Lord</a:t>
            </a:r>
            <a:r>
              <a:t>, your great mer- / cy and love, </a:t>
            </a:r>
            <a:br/>
            <a:r>
              <a:t>   for they are / from of old.</a:t>
            </a:r>
            <a:br/>
            <a:r>
              <a:t>       Do not remember the sins of my youth and my re- / bellious ways; </a:t>
            </a:r>
            <a:br/>
            <a:r>
              <a:t>           according to your love remember me, for you, </a:t>
            </a:r>
            <a:r>
              <a:rPr cap="small">
                <a:uLnTx/>
                <a:uFillTx/>
              </a:rPr>
              <a:t>Lord</a:t>
            </a:r>
            <a:r>
              <a:t>, / are good.    </a:t>
            </a:r>
            <a:r>
              <a:rPr i="1"/>
              <a:t>Refrain</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cap="small">
                <a:uLnTx/>
                <a:uFillTx/>
              </a:rPr>
              <a:t>Lord</a:t>
            </a:r>
            <a:r>
              <a:t>, forgive my iniquity, though / it is great.</a:t>
            </a:r>
            <a:br/>
            <a:r>
              <a:t>   Turn to me and be gracious to me, for I am lonely and af- / flicted.</a:t>
            </a:r>
            <a:br/>
            <a:r>
              <a:t>           Look on my affliction and / my distress</a:t>
            </a:r>
            <a:br/>
            <a:r>
              <a:t>               and take away / all my sins.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Glory be to the Father and</a:t>
            </a:r>
            <a:r>
              <a:t> /</a:t>
            </a:r>
            <a:r>
              <a:rPr b="1"/>
              <a:t> to the Son</a:t>
            </a:r>
            <a:b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sp>
        <p:nvSpPr>
          <p:cNvPr id="3" name="TextBox"/>
          <p:cNvSpPr>
            <a:spLocks noGrp="1"/>
          </p:cNvSpPr>
          <p:nvPr>
            <p:ph type="body" idx="2"/>
          </p:nvPr>
        </p:nvSpPr>
        <p:spPr>
          <a:xfrm>
            <a:off x="254000" y="900330"/>
            <a:ext cx="12496800" cy="2339102"/>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and to the Holy</a:t>
            </a:r>
            <a:r>
              <a:t> /</a:t>
            </a:r>
            <a:r>
              <a:rPr b="1"/>
              <a:t> Spirit,</a:t>
            </a:r>
            <a:br/>
            <a:r>
              <a:rPr b="1"/>
              <a:t>       as it was in the be-</a:t>
            </a:r>
            <a:r>
              <a:t> /</a:t>
            </a:r>
            <a:r>
              <a:rPr b="1"/>
              <a:t> ginning,</a:t>
            </a:r>
            <a:br/>
            <a:r>
              <a:rPr b="1"/>
              <a:t>           is now, and will be forever.</a:t>
            </a:r>
            <a:r>
              <a:t> /</a:t>
            </a:r>
            <a:r>
              <a:rPr b="1"/>
              <a:t> Amen.  </a:t>
            </a:r>
            <a:r>
              <a:t>  </a:t>
            </a:r>
            <a:r>
              <a:rPr i="1"/>
              <a:t>Refrain</a:t>
            </a:r>
          </a:p>
        </p:txBody>
      </p:sp>
      <p:sp>
        <p:nvSpPr>
          <p:cNvPr id="4" name="TextBox"/>
          <p:cNvSpPr>
            <a:spLocks noGrp="1"/>
          </p:cNvSpPr>
          <p:nvPr>
            <p:ph type="body" idx="3"/>
          </p:nvPr>
        </p:nvSpPr>
        <p:spPr>
          <a:xfrm>
            <a:off x="254000" y="8822492"/>
            <a:ext cx="12496800" cy="677108"/>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Mark Haas</a:t>
            </a:r>
            <a:br/>
            <a:r>
              <a:t>Tune: © 2014 Mark Haas. Used by permission: OneLicense no. 707551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Ephesians 4:29—5:2</a:t>
            </a:r>
          </a:p>
        </p:txBody>
      </p:sp>
      <p:sp>
        <p:nvSpPr>
          <p:cNvPr id="3" name="TextBox"/>
          <p:cNvSpPr>
            <a:spLocks noGrp="1"/>
          </p:cNvSpPr>
          <p:nvPr>
            <p:ph type="body" idx="2"/>
          </p:nvPr>
        </p:nvSpPr>
        <p:spPr>
          <a:xfrm>
            <a:off x="254000" y="900330"/>
            <a:ext cx="12496800" cy="8186858"/>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29</a:t>
            </a:r>
            <a:r>
              <a:t>Do not let any unwholesome talk come from your mouths. Say only what is beneficial when there is a need to build up others, so that it will be a blessing to those who hear. </a:t>
            </a:r>
            <a:r>
              <a:rPr baseline="25000">
                <a:uLnTx/>
                <a:uFillTx/>
              </a:rPr>
              <a:t>30</a:t>
            </a:r>
            <a:r>
              <a:t>Do not grieve the Holy Spirit of God, with whom you were sealed for the day of redemption. </a:t>
            </a:r>
            <a:r>
              <a:rPr baseline="25000">
                <a:uLnTx/>
                <a:uFillTx/>
              </a:rPr>
              <a:t>31</a:t>
            </a:r>
            <a:r>
              <a:t>Get rid of every kind of bitterness, rage, anger, quarreling, and slander, along with every kind of malice. </a:t>
            </a:r>
            <a:r>
              <a:rPr baseline="25000">
                <a:uLnTx/>
                <a:uFillTx/>
              </a:rPr>
              <a:t>32</a:t>
            </a:r>
            <a:r>
              <a:t>Instead, be kind and compassionate to one another, forgiving one another, just as God in Christ has forgiven us.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a:t>
            </a:r>
            <a:r>
              <a:t>Therefore, be imitators of God as his dearly loved children. </a:t>
            </a:r>
            <a:r>
              <a:rPr baseline="25000">
                <a:uLnTx/>
                <a:uFillTx/>
              </a:rPr>
              <a:t>2</a:t>
            </a:r>
            <a:r>
              <a:t>And walk in love, just as Christ loved us and gave himself for us, as a fragrant offering and sacrifice to God.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CHILDREN'S SERMON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319 Jesus Came, the Heavens Adoring</a:t>
            </a:r>
          </a:p>
        </p:txBody>
      </p:sp>
      <p:pic>
        <p:nvPicPr>
          <p:cNvPr id="3" name="Picture"/>
          <p:cNvPicPr/>
          <p:nvPr/>
        </p:nvPicPr>
        <p:blipFill>
          <a:blip r:embed="rId2"/>
          <a:stretch>
            <a:fillRect/>
          </a:stretch>
        </p:blipFill>
        <p:spPr>
          <a:xfrm>
            <a:off x="254000" y="900330"/>
            <a:ext cx="12496800" cy="1543379"/>
          </a:xfrm>
          <a:prstGeom prst="rect">
            <a:avLst/>
          </a:prstGeom>
        </p:spPr>
      </p:pic>
      <p:pic>
        <p:nvPicPr>
          <p:cNvPr id="4" name="Picture"/>
          <p:cNvPicPr/>
          <p:nvPr/>
        </p:nvPicPr>
        <p:blipFill>
          <a:blip r:embed="rId3"/>
          <a:stretch>
            <a:fillRect/>
          </a:stretch>
        </p:blipFill>
        <p:spPr>
          <a:xfrm>
            <a:off x="254000" y="2443709"/>
            <a:ext cx="12496800" cy="1867863"/>
          </a:xfrm>
          <a:prstGeom prst="rect">
            <a:avLst/>
          </a:prstGeom>
        </p:spPr>
      </p:pic>
      <p:pic>
        <p:nvPicPr>
          <p:cNvPr id="5" name="Picture"/>
          <p:cNvPicPr/>
          <p:nvPr/>
        </p:nvPicPr>
        <p:blipFill>
          <a:blip r:embed="rId4"/>
          <a:stretch>
            <a:fillRect/>
          </a:stretch>
        </p:blipFill>
        <p:spPr>
          <a:xfrm>
            <a:off x="254000" y="4311572"/>
            <a:ext cx="12496800" cy="1876184"/>
          </a:xfrm>
          <a:prstGeom prst="rect">
            <a:avLst/>
          </a:prstGeom>
        </p:spPr>
      </p:pic>
      <p:pic>
        <p:nvPicPr>
          <p:cNvPr id="6" name="Picture"/>
          <p:cNvPicPr/>
          <p:nvPr/>
        </p:nvPicPr>
        <p:blipFill>
          <a:blip r:embed="rId5"/>
          <a:stretch>
            <a:fillRect/>
          </a:stretch>
        </p:blipFill>
        <p:spPr>
          <a:xfrm>
            <a:off x="254000" y="6187756"/>
            <a:ext cx="12496800" cy="186786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319 Jesus Came, the Heavens Adoring</a:t>
            </a:r>
          </a:p>
        </p:txBody>
      </p:sp>
      <p:pic>
        <p:nvPicPr>
          <p:cNvPr id="3" name="Picture"/>
          <p:cNvPicPr/>
          <p:nvPr/>
        </p:nvPicPr>
        <p:blipFill>
          <a:blip r:embed="rId2"/>
          <a:stretch>
            <a:fillRect/>
          </a:stretch>
        </p:blipFill>
        <p:spPr>
          <a:xfrm>
            <a:off x="254000" y="900330"/>
            <a:ext cx="12496800" cy="1522579"/>
          </a:xfrm>
          <a:prstGeom prst="rect">
            <a:avLst/>
          </a:prstGeom>
        </p:spPr>
      </p:pic>
      <p:pic>
        <p:nvPicPr>
          <p:cNvPr id="4" name="Picture"/>
          <p:cNvPicPr/>
          <p:nvPr/>
        </p:nvPicPr>
        <p:blipFill>
          <a:blip r:embed="rId3"/>
          <a:stretch>
            <a:fillRect/>
          </a:stretch>
        </p:blipFill>
        <p:spPr>
          <a:xfrm>
            <a:off x="254000" y="2422909"/>
            <a:ext cx="12496800" cy="1876184"/>
          </a:xfrm>
          <a:prstGeom prst="rect">
            <a:avLst/>
          </a:prstGeom>
        </p:spPr>
      </p:pic>
      <p:pic>
        <p:nvPicPr>
          <p:cNvPr id="5" name="Picture"/>
          <p:cNvPicPr/>
          <p:nvPr/>
        </p:nvPicPr>
        <p:blipFill>
          <a:blip r:embed="rId4"/>
          <a:stretch>
            <a:fillRect/>
          </a:stretch>
        </p:blipFill>
        <p:spPr>
          <a:xfrm>
            <a:off x="254000" y="4299093"/>
            <a:ext cx="12496800" cy="1847063"/>
          </a:xfrm>
          <a:prstGeom prst="rect">
            <a:avLst/>
          </a:prstGeom>
        </p:spPr>
      </p:pic>
      <p:pic>
        <p:nvPicPr>
          <p:cNvPr id="6" name="Picture"/>
          <p:cNvPicPr/>
          <p:nvPr/>
        </p:nvPicPr>
        <p:blipFill>
          <a:blip r:embed="rId5"/>
          <a:stretch>
            <a:fillRect/>
          </a:stretch>
        </p:blipFill>
        <p:spPr>
          <a:xfrm>
            <a:off x="254000" y="6146156"/>
            <a:ext cx="12496800" cy="183458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319 Jesus Came, the Heavens Adoring</a:t>
            </a:r>
          </a:p>
        </p:txBody>
      </p:sp>
      <p:pic>
        <p:nvPicPr>
          <p:cNvPr id="3" name="Picture"/>
          <p:cNvPicPr/>
          <p:nvPr/>
        </p:nvPicPr>
        <p:blipFill>
          <a:blip r:embed="rId2"/>
          <a:stretch>
            <a:fillRect/>
          </a:stretch>
        </p:blipFill>
        <p:spPr>
          <a:xfrm>
            <a:off x="254000" y="900330"/>
            <a:ext cx="12496800" cy="1514259"/>
          </a:xfrm>
          <a:prstGeom prst="rect">
            <a:avLst/>
          </a:prstGeom>
        </p:spPr>
      </p:pic>
      <p:pic>
        <p:nvPicPr>
          <p:cNvPr id="4" name="Picture"/>
          <p:cNvPicPr/>
          <p:nvPr/>
        </p:nvPicPr>
        <p:blipFill>
          <a:blip r:embed="rId3"/>
          <a:stretch>
            <a:fillRect/>
          </a:stretch>
        </p:blipFill>
        <p:spPr>
          <a:xfrm>
            <a:off x="254000" y="2414589"/>
            <a:ext cx="12496800" cy="1876184"/>
          </a:xfrm>
          <a:prstGeom prst="rect">
            <a:avLst/>
          </a:prstGeom>
        </p:spPr>
      </p:pic>
      <p:pic>
        <p:nvPicPr>
          <p:cNvPr id="5" name="Picture"/>
          <p:cNvPicPr/>
          <p:nvPr/>
        </p:nvPicPr>
        <p:blipFill>
          <a:blip r:embed="rId4"/>
          <a:stretch>
            <a:fillRect/>
          </a:stretch>
        </p:blipFill>
        <p:spPr>
          <a:xfrm>
            <a:off x="254000" y="4290773"/>
            <a:ext cx="12496800" cy="1842903"/>
          </a:xfrm>
          <a:prstGeom prst="rect">
            <a:avLst/>
          </a:prstGeom>
        </p:spPr>
      </p:pic>
      <p:pic>
        <p:nvPicPr>
          <p:cNvPr id="6" name="Picture"/>
          <p:cNvPicPr/>
          <p:nvPr/>
        </p:nvPicPr>
        <p:blipFill>
          <a:blip r:embed="rId5"/>
          <a:stretch>
            <a:fillRect/>
          </a:stretch>
        </p:blipFill>
        <p:spPr>
          <a:xfrm>
            <a:off x="254000" y="6133676"/>
            <a:ext cx="12496800" cy="183874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319 Jesus Came, the Heavens Adoring</a:t>
            </a:r>
          </a:p>
        </p:txBody>
      </p:sp>
      <p:pic>
        <p:nvPicPr>
          <p:cNvPr id="3" name="Picture"/>
          <p:cNvPicPr/>
          <p:nvPr/>
        </p:nvPicPr>
        <p:blipFill>
          <a:blip r:embed="rId2"/>
          <a:stretch>
            <a:fillRect/>
          </a:stretch>
        </p:blipFill>
        <p:spPr>
          <a:xfrm>
            <a:off x="254000" y="900330"/>
            <a:ext cx="12496800" cy="1489299"/>
          </a:xfrm>
          <a:prstGeom prst="rect">
            <a:avLst/>
          </a:prstGeom>
        </p:spPr>
      </p:pic>
      <p:pic>
        <p:nvPicPr>
          <p:cNvPr id="4" name="Picture"/>
          <p:cNvPicPr/>
          <p:nvPr/>
        </p:nvPicPr>
        <p:blipFill>
          <a:blip r:embed="rId3"/>
          <a:stretch>
            <a:fillRect/>
          </a:stretch>
        </p:blipFill>
        <p:spPr>
          <a:xfrm>
            <a:off x="254000" y="2389629"/>
            <a:ext cx="12496800" cy="1851223"/>
          </a:xfrm>
          <a:prstGeom prst="rect">
            <a:avLst/>
          </a:prstGeom>
        </p:spPr>
      </p:pic>
      <p:pic>
        <p:nvPicPr>
          <p:cNvPr id="5" name="Picture"/>
          <p:cNvPicPr/>
          <p:nvPr/>
        </p:nvPicPr>
        <p:blipFill>
          <a:blip r:embed="rId4"/>
          <a:stretch>
            <a:fillRect/>
          </a:stretch>
        </p:blipFill>
        <p:spPr>
          <a:xfrm>
            <a:off x="254000" y="4240852"/>
            <a:ext cx="12496800" cy="1822103"/>
          </a:xfrm>
          <a:prstGeom prst="rect">
            <a:avLst/>
          </a:prstGeom>
        </p:spPr>
      </p:pic>
      <p:pic>
        <p:nvPicPr>
          <p:cNvPr id="6" name="Picture"/>
          <p:cNvPicPr/>
          <p:nvPr/>
        </p:nvPicPr>
        <p:blipFill>
          <a:blip r:embed="rId5"/>
          <a:stretch>
            <a:fillRect/>
          </a:stretch>
        </p:blipFill>
        <p:spPr>
          <a:xfrm>
            <a:off x="254000" y="6062955"/>
            <a:ext cx="12496800" cy="1813783"/>
          </a:xfrm>
          <a:prstGeom prst="rect">
            <a:avLst/>
          </a:prstGeom>
        </p:spPr>
      </p:pic>
      <p:sp>
        <p:nvSpPr>
          <p:cNvPr id="7"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Godfrey Thring, 1823–1903, abr., alt.</a:t>
            </a:r>
            <a:br/>
            <a:r>
              <a:t>Tune: Geistreiches Gesang-Buch, Darmstadt, 1698</a:t>
            </a:r>
            <a:br/>
            <a:r>
              <a:t>Text and tune: Public domain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Colossians 3:13</a:t>
            </a:r>
          </a:p>
        </p:txBody>
      </p:sp>
      <p:sp>
        <p:nvSpPr>
          <p:cNvPr id="3" name="TextBox"/>
          <p:cNvSpPr>
            <a:spLocks noGrp="1"/>
          </p:cNvSpPr>
          <p:nvPr>
            <p:ph type="body" idx="2"/>
          </p:nvPr>
        </p:nvSpPr>
        <p:spPr>
          <a:xfrm>
            <a:off x="254000" y="900330"/>
            <a:ext cx="12496800" cy="175432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13</a:t>
            </a:r>
            <a:r>
              <a:t>Bear with one another and forgive each other if anyone has a complaint against anyone else. Forgive, just as Christ forgave you.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Verse of the Day</a:t>
            </a:r>
          </a:p>
        </p:txBody>
      </p:sp>
      <p:sp>
        <p:nvSpPr>
          <p:cNvPr id="3" name="TextBox"/>
          <p:cNvSpPr>
            <a:spLocks noGrp="1"/>
          </p:cNvSpPr>
          <p:nvPr>
            <p:ph type="body" idx="2"/>
          </p:nvPr>
        </p:nvSpPr>
        <p:spPr>
          <a:xfrm>
            <a:off x="254000" y="900330"/>
            <a:ext cx="12496800" cy="116955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Verse of the Day                  xxxxx</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Alleluia. "xxxxxxxxx".  Alleluia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Alleluia after Verse of the Day</a:t>
            </a:r>
          </a:p>
        </p:txBody>
      </p:sp>
      <p:pic>
        <p:nvPicPr>
          <p:cNvPr id="3" name="Picture"/>
          <p:cNvPicPr/>
          <p:nvPr/>
        </p:nvPicPr>
        <p:blipFill>
          <a:blip r:embed="rId2"/>
          <a:stretch>
            <a:fillRect/>
          </a:stretch>
        </p:blipFill>
        <p:spPr>
          <a:xfrm>
            <a:off x="254000" y="900330"/>
            <a:ext cx="12496800" cy="13715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Alleluia after Verse of the Day</a:t>
            </a:r>
          </a:p>
        </p:txBody>
      </p:sp>
      <p:pic>
        <p:nvPicPr>
          <p:cNvPr id="3" name="Picture"/>
          <p:cNvPicPr/>
          <p:nvPr/>
        </p:nvPicPr>
        <p:blipFill>
          <a:blip r:embed="rId2"/>
          <a:stretch>
            <a:fillRect/>
          </a:stretch>
        </p:blipFill>
        <p:spPr>
          <a:xfrm>
            <a:off x="254000" y="900330"/>
            <a:ext cx="12496800" cy="181800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Alleluia after Verse of the Day</a:t>
            </a:r>
          </a:p>
        </p:txBody>
      </p:sp>
      <p:pic>
        <p:nvPicPr>
          <p:cNvPr id="3" name="Picture"/>
          <p:cNvPicPr/>
          <p:nvPr/>
        </p:nvPicPr>
        <p:blipFill>
          <a:blip r:embed="rId2"/>
          <a:stretch>
            <a:fillRect/>
          </a:stretch>
        </p:blipFill>
        <p:spPr>
          <a:xfrm>
            <a:off x="254000" y="900330"/>
            <a:ext cx="12496800" cy="17335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Alleluia after Verse of the Day</a:t>
            </a:r>
          </a:p>
        </p:txBody>
      </p:sp>
      <p:pic>
        <p:nvPicPr>
          <p:cNvPr id="3" name="Picture"/>
          <p:cNvPicPr/>
          <p:nvPr/>
        </p:nvPicPr>
        <p:blipFill>
          <a:blip r:embed="rId2"/>
          <a:stretch>
            <a:fillRect/>
          </a:stretch>
        </p:blipFill>
        <p:spPr>
          <a:xfrm>
            <a:off x="254000" y="900330"/>
            <a:ext cx="12496800" cy="169332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Gospel Reading</a:t>
            </a:r>
          </a:p>
        </p:txBody>
      </p:sp>
      <p:sp>
        <p:nvSpPr>
          <p:cNvPr id="3" name="TextBox"/>
          <p:cNvSpPr>
            <a:spLocks noGrp="1"/>
          </p:cNvSpPr>
          <p:nvPr>
            <p:ph type="body" idx="2"/>
          </p:nvPr>
        </p:nvSpPr>
        <p:spPr>
          <a:xfrm>
            <a:off x="254000" y="900330"/>
            <a:ext cx="12496800" cy="8186857"/>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21</a:t>
            </a:r>
            <a:r>
              <a:t>Then Peter came up and asked Jesus, “Lord, how many times must I forgive my brother when he sins against me? As many as seven times?”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22</a:t>
            </a:r>
            <a:r>
              <a:t>Jesus said to him, “Not seven times, but I tell you as many as seventy-seven times. </a:t>
            </a:r>
            <a:r>
              <a:rPr baseline="25000">
                <a:uLnTx/>
                <a:uFillTx/>
              </a:rPr>
              <a:t>23</a:t>
            </a:r>
            <a:r>
              <a:t>For this reason the kingdom of heaven is like a king who wanted to settle accounts with his servants. </a:t>
            </a:r>
            <a:r>
              <a:rPr baseline="25000">
                <a:uLnTx/>
                <a:uFillTx/>
              </a:rPr>
              <a:t>24</a:t>
            </a:r>
            <a:r>
              <a:t>When he began to settle them, a man who owed him ten thousand talents was brought to him. </a:t>
            </a:r>
            <a:r>
              <a:rPr baseline="25000">
                <a:uLnTx/>
                <a:uFillTx/>
              </a:rPr>
              <a:t>25</a:t>
            </a:r>
            <a:r>
              <a:t>Because the man was not able to pay the debt, his master ordered that he be sold, along with his wife, children, and all that he owned to repay the debt.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26</a:t>
            </a:r>
            <a:r>
              <a:t>“Then the servant fell down on his knees in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Gospel Reading</a:t>
            </a:r>
          </a:p>
        </p:txBody>
      </p:sp>
      <p:sp>
        <p:nvSpPr>
          <p:cNvPr id="3" name="TextBox"/>
          <p:cNvSpPr>
            <a:spLocks noGrp="1"/>
          </p:cNvSpPr>
          <p:nvPr>
            <p:ph type="body" idx="2"/>
          </p:nvPr>
        </p:nvSpPr>
        <p:spPr>
          <a:xfrm>
            <a:off x="254000" y="900330"/>
            <a:ext cx="12496800" cy="8186857"/>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front of him, saying, ‘Master, be patient with me, and I will pay you everything!’ </a:t>
            </a:r>
            <a:r>
              <a:rPr baseline="25000">
                <a:uLnTx/>
                <a:uFillTx/>
              </a:rPr>
              <a:t>27</a:t>
            </a:r>
            <a:r>
              <a:t>The master of that servant had pity on him, released him, and forgave him the debt.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28</a:t>
            </a:r>
            <a:r>
              <a:t>“But when that servant went out, he found one of his fellow servants who owed him one hundred denarii. He grabbed him and began choking him, saying, ‘Pay me what you owe!’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29</a:t>
            </a:r>
            <a:r>
              <a:t>“So his fellow servant fell down and begged him, saying, ‘Be patient with me, and I will pay you back!’ </a:t>
            </a:r>
            <a:r>
              <a:rPr baseline="25000">
                <a:uLnTx/>
                <a:uFillTx/>
              </a:rPr>
              <a:t>30</a:t>
            </a:r>
            <a:r>
              <a:t>But he refused. Instead he went off and threw the man into prison until he could pay back what he owed.</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31</a:t>
            </a:r>
            <a:r>
              <a:t>“When his fellow servants saw what had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Gospel Reading</a:t>
            </a:r>
          </a:p>
        </p:txBody>
      </p:sp>
      <p:sp>
        <p:nvSpPr>
          <p:cNvPr id="3" name="TextBox"/>
          <p:cNvSpPr>
            <a:spLocks noGrp="1"/>
          </p:cNvSpPr>
          <p:nvPr>
            <p:ph type="body" idx="2"/>
          </p:nvPr>
        </p:nvSpPr>
        <p:spPr>
          <a:xfrm>
            <a:off x="254000" y="900330"/>
            <a:ext cx="12496800" cy="7602081"/>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happened, they were very distressed. They went and reported to their master everything that had taken place.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32</a:t>
            </a:r>
            <a:r>
              <a:t>“Then his master called him in and said to him, ‘You wicked servant! I forgave you all that debt when you begged me to. </a:t>
            </a:r>
            <a:r>
              <a:rPr baseline="25000">
                <a:uLnTx/>
                <a:uFillTx/>
              </a:rPr>
              <a:t>33</a:t>
            </a:r>
            <a:r>
              <a:t>Should you not have had mercy on your fellow servant just as I had mercy on you?’ </a:t>
            </a:r>
            <a:r>
              <a:rPr baseline="25000">
                <a:uLnTx/>
                <a:uFillTx/>
              </a:rPr>
              <a:t>34</a:t>
            </a:r>
            <a:r>
              <a:t>His master was angry and handed him over to the jailers until he could pay back everything he owed.</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35</a:t>
            </a:r>
            <a:r>
              <a:t>“This is what my heavenly Father will also do to you unless each one of you forgives his brother from his heart.”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This is the Gospel</a:t>
            </a:r>
          </a:p>
        </p:txBody>
      </p:sp>
      <p:sp>
        <p:nvSpPr>
          <p:cNvPr id="3" name="TextBox"/>
          <p:cNvSpPr>
            <a:spLocks noGrp="1"/>
          </p:cNvSpPr>
          <p:nvPr>
            <p:ph type="body" idx="2"/>
          </p:nvPr>
        </p:nvSpPr>
        <p:spPr>
          <a:xfrm>
            <a:off x="254000" y="900330"/>
            <a:ext cx="12496800" cy="584775"/>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This is the gospel of our Lord.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Praise be to you O Christ</a:t>
            </a:r>
          </a:p>
        </p:txBody>
      </p:sp>
      <p:pic>
        <p:nvPicPr>
          <p:cNvPr id="3" name="Picture"/>
          <p:cNvPicPr/>
          <p:nvPr/>
        </p:nvPicPr>
        <p:blipFill>
          <a:blip r:embed="rId2"/>
          <a:stretch>
            <a:fillRect/>
          </a:stretch>
        </p:blipFill>
        <p:spPr>
          <a:xfrm>
            <a:off x="254000" y="900330"/>
            <a:ext cx="8474929" cy="136606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467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547539"/>
          </a:xfrm>
          <a:prstGeom prst="rect">
            <a:avLst/>
          </a:prstGeom>
        </p:spPr>
      </p:pic>
      <p:pic>
        <p:nvPicPr>
          <p:cNvPr id="4" name="Picture"/>
          <p:cNvPicPr/>
          <p:nvPr/>
        </p:nvPicPr>
        <p:blipFill>
          <a:blip r:embed="rId3"/>
          <a:stretch>
            <a:fillRect/>
          </a:stretch>
        </p:blipFill>
        <p:spPr>
          <a:xfrm>
            <a:off x="254000" y="2447869"/>
            <a:ext cx="12496800" cy="187202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946904"/>
          </a:xfrm>
          <a:prstGeom prst="rect">
            <a:avLst/>
          </a:prstGeom>
        </p:spPr>
      </p:pic>
      <p:pic>
        <p:nvPicPr>
          <p:cNvPr id="4" name="Picture"/>
          <p:cNvPicPr/>
          <p:nvPr/>
        </p:nvPicPr>
        <p:blipFill>
          <a:blip r:embed="rId3"/>
          <a:stretch>
            <a:fillRect/>
          </a:stretch>
        </p:blipFill>
        <p:spPr>
          <a:xfrm>
            <a:off x="254000" y="2847234"/>
            <a:ext cx="12496800" cy="183874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535059"/>
          </a:xfrm>
          <a:prstGeom prst="rect">
            <a:avLst/>
          </a:prstGeom>
        </p:spPr>
      </p:pic>
      <p:pic>
        <p:nvPicPr>
          <p:cNvPr id="4" name="Picture"/>
          <p:cNvPicPr/>
          <p:nvPr/>
        </p:nvPicPr>
        <p:blipFill>
          <a:blip r:embed="rId3"/>
          <a:stretch>
            <a:fillRect/>
          </a:stretch>
        </p:blipFill>
        <p:spPr>
          <a:xfrm>
            <a:off x="254000" y="2435389"/>
            <a:ext cx="12496800" cy="184290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946904"/>
          </a:xfrm>
          <a:prstGeom prst="rect">
            <a:avLst/>
          </a:prstGeom>
        </p:spPr>
      </p:pic>
      <p:pic>
        <p:nvPicPr>
          <p:cNvPr id="4" name="Picture"/>
          <p:cNvPicPr/>
          <p:nvPr/>
        </p:nvPicPr>
        <p:blipFill>
          <a:blip r:embed="rId3"/>
          <a:stretch>
            <a:fillRect/>
          </a:stretch>
        </p:blipFill>
        <p:spPr>
          <a:xfrm>
            <a:off x="254000" y="2847234"/>
            <a:ext cx="12496800" cy="183874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535059"/>
          </a:xfrm>
          <a:prstGeom prst="rect">
            <a:avLst/>
          </a:prstGeom>
        </p:spPr>
      </p:pic>
      <p:pic>
        <p:nvPicPr>
          <p:cNvPr id="4" name="Picture"/>
          <p:cNvPicPr/>
          <p:nvPr/>
        </p:nvPicPr>
        <p:blipFill>
          <a:blip r:embed="rId3"/>
          <a:stretch>
            <a:fillRect/>
          </a:stretch>
        </p:blipFill>
        <p:spPr>
          <a:xfrm>
            <a:off x="254000" y="2435389"/>
            <a:ext cx="12496800" cy="185122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946904"/>
          </a:xfrm>
          <a:prstGeom prst="rect">
            <a:avLst/>
          </a:prstGeom>
        </p:spPr>
      </p:pic>
      <p:pic>
        <p:nvPicPr>
          <p:cNvPr id="4" name="Picture"/>
          <p:cNvPicPr/>
          <p:nvPr/>
        </p:nvPicPr>
        <p:blipFill>
          <a:blip r:embed="rId3"/>
          <a:stretch>
            <a:fillRect/>
          </a:stretch>
        </p:blipFill>
        <p:spPr>
          <a:xfrm>
            <a:off x="254000" y="2847234"/>
            <a:ext cx="12496800" cy="183874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501779"/>
          </a:xfrm>
          <a:prstGeom prst="rect">
            <a:avLst/>
          </a:prstGeom>
        </p:spPr>
      </p:pic>
      <p:pic>
        <p:nvPicPr>
          <p:cNvPr id="4" name="Picture"/>
          <p:cNvPicPr/>
          <p:nvPr/>
        </p:nvPicPr>
        <p:blipFill>
          <a:blip r:embed="rId3"/>
          <a:stretch>
            <a:fillRect/>
          </a:stretch>
        </p:blipFill>
        <p:spPr>
          <a:xfrm>
            <a:off x="254000" y="2402109"/>
            <a:ext cx="12496800" cy="181794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562 Jesus Paid It All</a:t>
            </a:r>
          </a:p>
        </p:txBody>
      </p:sp>
      <p:pic>
        <p:nvPicPr>
          <p:cNvPr id="3" name="Picture"/>
          <p:cNvPicPr/>
          <p:nvPr/>
        </p:nvPicPr>
        <p:blipFill>
          <a:blip r:embed="rId2"/>
          <a:stretch>
            <a:fillRect/>
          </a:stretch>
        </p:blipFill>
        <p:spPr>
          <a:xfrm>
            <a:off x="254000" y="900330"/>
            <a:ext cx="12496800" cy="1946904"/>
          </a:xfrm>
          <a:prstGeom prst="rect">
            <a:avLst/>
          </a:prstGeom>
        </p:spPr>
      </p:pic>
      <p:pic>
        <p:nvPicPr>
          <p:cNvPr id="4" name="Picture"/>
          <p:cNvPicPr/>
          <p:nvPr/>
        </p:nvPicPr>
        <p:blipFill>
          <a:blip r:embed="rId3"/>
          <a:stretch>
            <a:fillRect/>
          </a:stretch>
        </p:blipFill>
        <p:spPr>
          <a:xfrm>
            <a:off x="254000" y="2847234"/>
            <a:ext cx="12496800" cy="1838743"/>
          </a:xfrm>
          <a:prstGeom prst="rect">
            <a:avLst/>
          </a:prstGeom>
        </p:spPr>
      </p:pic>
      <p:sp>
        <p:nvSpPr>
          <p:cNvPr id="5"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Elvina M. Hall, 1820–1889</a:t>
            </a:r>
            <a:br/>
            <a:r>
              <a:t>Tune: John T. Grape, 1835–1915</a:t>
            </a:r>
            <a:br/>
            <a:r>
              <a:t>Text and tune: Public domain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The Apostles' Creed</a:t>
            </a:r>
          </a:p>
        </p:txBody>
      </p:sp>
      <p:sp>
        <p:nvSpPr>
          <p:cNvPr id="3" name="TextBox"/>
          <p:cNvSpPr>
            <a:spLocks noGrp="1"/>
          </p:cNvSpPr>
          <p:nvPr>
            <p:ph type="body" idx="2"/>
          </p:nvPr>
        </p:nvSpPr>
        <p:spPr>
          <a:xfrm>
            <a:off x="254000" y="900330"/>
            <a:ext cx="12496800" cy="8186855"/>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I believe in God, the Father Almighty, </a:t>
            </a:r>
            <a:br/>
            <a:r>
              <a:rPr b="1"/>
              <a:t>        maker of heaven and earth.</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I believe in Jesus Christ, his only Son, our Lord, </a:t>
            </a:r>
            <a:br/>
            <a:r>
              <a:rPr b="1"/>
              <a:t>        who was conceived by the Holy Spirit, </a:t>
            </a:r>
            <a:br/>
            <a:r>
              <a:rPr b="1"/>
              <a:t>        born of the Virgin Mary,</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suffered under Pontius Pilate,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was crucified, died, and was buried.</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He descended into hell.</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The third day he rose again from the dead. </a:t>
            </a:r>
            <a:br/>
            <a:r>
              <a:rPr b="1"/>
              <a:t>    He ascended into heaven</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and is seated at the right hand of God the Father Almighty. </a:t>
            </a:r>
            <a:b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The Apostles' Creed</a:t>
            </a:r>
          </a:p>
        </p:txBody>
      </p:sp>
      <p:sp>
        <p:nvSpPr>
          <p:cNvPr id="3" name="TextBox"/>
          <p:cNvSpPr>
            <a:spLocks noGrp="1"/>
          </p:cNvSpPr>
          <p:nvPr>
            <p:ph type="body" idx="2"/>
          </p:nvPr>
        </p:nvSpPr>
        <p:spPr>
          <a:xfrm>
            <a:off x="254000" y="900330"/>
            <a:ext cx="12496800" cy="5262978"/>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From there he will come to judge the living and the dead.</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I believe in the Holy Spirit,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the holy Christian Church,</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the communion of saints, </a:t>
            </a:r>
            <a:br/>
            <a:r>
              <a:rPr b="1"/>
              <a:t>        the forgiveness of sins,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        the resurrection of the body, </a:t>
            </a:r>
            <a:br/>
            <a:r>
              <a:rPr b="1"/>
              <a:t>        and the life everlasting. Amen.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Offering</a:t>
            </a:r>
          </a:p>
        </p:txBody>
      </p:sp>
      <p:sp>
        <p:nvSpPr>
          <p:cNvPr id="3" name="TextBox"/>
          <p:cNvSpPr>
            <a:spLocks noGrp="1"/>
          </p:cNvSpPr>
          <p:nvPr>
            <p:ph type="body" idx="2"/>
          </p:nvPr>
        </p:nvSpPr>
        <p:spPr>
          <a:xfrm>
            <a:off x="254000" y="900330"/>
            <a:ext cx="12496800" cy="526298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i="1"/>
              <a:t>The offering plate will be passed at this time. For our guests and visitors, please do not feel obligated to take part in the offering, although you are welcome to do so. In addition to the offering plate, members can make use of our online giving options: 1) via our website: http://stpeterwels.com; or 2) scan the QR code located on the back of the bulletin. Thank you.</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750 We Give Thee but Thine Own</a:t>
            </a:r>
          </a:p>
        </p:txBody>
      </p:sp>
      <p:pic>
        <p:nvPicPr>
          <p:cNvPr id="3" name="Picture"/>
          <p:cNvPicPr/>
          <p:nvPr/>
        </p:nvPicPr>
        <p:blipFill>
          <a:blip r:embed="rId2"/>
          <a:stretch>
            <a:fillRect/>
          </a:stretch>
        </p:blipFill>
        <p:spPr>
          <a:xfrm>
            <a:off x="254000" y="900330"/>
            <a:ext cx="12496800" cy="1551699"/>
          </a:xfrm>
          <a:prstGeom prst="rect">
            <a:avLst/>
          </a:prstGeom>
        </p:spPr>
      </p:pic>
      <p:pic>
        <p:nvPicPr>
          <p:cNvPr id="4" name="Picture"/>
          <p:cNvPicPr/>
          <p:nvPr/>
        </p:nvPicPr>
        <p:blipFill>
          <a:blip r:embed="rId3"/>
          <a:stretch>
            <a:fillRect/>
          </a:stretch>
        </p:blipFill>
        <p:spPr>
          <a:xfrm>
            <a:off x="254000" y="2452029"/>
            <a:ext cx="12496800" cy="186786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750 We Give Thee but Thine Own</a:t>
            </a:r>
          </a:p>
        </p:txBody>
      </p:sp>
      <p:pic>
        <p:nvPicPr>
          <p:cNvPr id="3" name="Picture"/>
          <p:cNvPicPr/>
          <p:nvPr/>
        </p:nvPicPr>
        <p:blipFill>
          <a:blip r:embed="rId2"/>
          <a:stretch>
            <a:fillRect/>
          </a:stretch>
        </p:blipFill>
        <p:spPr>
          <a:xfrm>
            <a:off x="254000" y="900330"/>
            <a:ext cx="12496800" cy="1493459"/>
          </a:xfrm>
          <a:prstGeom prst="rect">
            <a:avLst/>
          </a:prstGeom>
        </p:spPr>
      </p:pic>
      <p:pic>
        <p:nvPicPr>
          <p:cNvPr id="4" name="Picture"/>
          <p:cNvPicPr/>
          <p:nvPr/>
        </p:nvPicPr>
        <p:blipFill>
          <a:blip r:embed="rId3"/>
          <a:stretch>
            <a:fillRect/>
          </a:stretch>
        </p:blipFill>
        <p:spPr>
          <a:xfrm>
            <a:off x="254000" y="2393789"/>
            <a:ext cx="12496800" cy="1838743"/>
          </a:xfrm>
          <a:prstGeom prst="rect">
            <a:avLst/>
          </a:prstGeom>
        </p:spPr>
      </p:pic>
      <p:sp>
        <p:nvSpPr>
          <p:cNvPr id="5"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William W. How, 1823–1897, abr.</a:t>
            </a:r>
            <a:br/>
            <a:r>
              <a:t>Tune: William H. Monk, 1823–1889</a:t>
            </a:r>
            <a:br/>
            <a:r>
              <a:t>Text and tune: Public domain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Prayer of the Church</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Lord’s Prayer</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1867863"/>
          </a:xfrm>
          <a:prstGeom prst="rect">
            <a:avLst/>
          </a:prstGeom>
        </p:spPr>
      </p:pic>
      <p:pic>
        <p:nvPicPr>
          <p:cNvPr id="5" name="Picture"/>
          <p:cNvPicPr/>
          <p:nvPr/>
        </p:nvPicPr>
        <p:blipFill>
          <a:blip r:embed="rId4"/>
          <a:stretch>
            <a:fillRect/>
          </a:stretch>
        </p:blipFill>
        <p:spPr>
          <a:xfrm>
            <a:off x="254000" y="4286612"/>
            <a:ext cx="12496800" cy="1859543"/>
          </a:xfrm>
          <a:prstGeom prst="rect">
            <a:avLst/>
          </a:prstGeom>
        </p:spPr>
      </p:pic>
      <p:pic>
        <p:nvPicPr>
          <p:cNvPr id="6" name="Picture"/>
          <p:cNvPicPr/>
          <p:nvPr/>
        </p:nvPicPr>
        <p:blipFill>
          <a:blip r:embed="rId5"/>
          <a:stretch>
            <a:fillRect/>
          </a:stretch>
        </p:blipFill>
        <p:spPr>
          <a:xfrm>
            <a:off x="254000" y="6146155"/>
            <a:ext cx="12496800" cy="186370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Lord’s Prayer</a:t>
            </a:r>
          </a:p>
        </p:txBody>
      </p:sp>
      <p:pic>
        <p:nvPicPr>
          <p:cNvPr id="3" name="Picture"/>
          <p:cNvPicPr/>
          <p:nvPr/>
        </p:nvPicPr>
        <p:blipFill>
          <a:blip r:embed="rId2"/>
          <a:stretch>
            <a:fillRect/>
          </a:stretch>
        </p:blipFill>
        <p:spPr>
          <a:xfrm>
            <a:off x="254000" y="900330"/>
            <a:ext cx="12496800" cy="1851223"/>
          </a:xfrm>
          <a:prstGeom prst="rect">
            <a:avLst/>
          </a:prstGeom>
        </p:spPr>
      </p:pic>
      <p:pic>
        <p:nvPicPr>
          <p:cNvPr id="4" name="Picture"/>
          <p:cNvPicPr/>
          <p:nvPr/>
        </p:nvPicPr>
        <p:blipFill>
          <a:blip r:embed="rId3"/>
          <a:stretch>
            <a:fillRect/>
          </a:stretch>
        </p:blipFill>
        <p:spPr>
          <a:xfrm>
            <a:off x="254000" y="2751553"/>
            <a:ext cx="12496800" cy="1872023"/>
          </a:xfrm>
          <a:prstGeom prst="rect">
            <a:avLst/>
          </a:prstGeom>
        </p:spPr>
      </p:pic>
      <p:pic>
        <p:nvPicPr>
          <p:cNvPr id="5" name="Picture"/>
          <p:cNvPicPr/>
          <p:nvPr/>
        </p:nvPicPr>
        <p:blipFill>
          <a:blip r:embed="rId4"/>
          <a:stretch>
            <a:fillRect/>
          </a:stretch>
        </p:blipFill>
        <p:spPr>
          <a:xfrm>
            <a:off x="254000" y="4623576"/>
            <a:ext cx="12496800" cy="1855383"/>
          </a:xfrm>
          <a:prstGeom prst="rect">
            <a:avLst/>
          </a:prstGeom>
        </p:spPr>
      </p:pic>
      <p:pic>
        <p:nvPicPr>
          <p:cNvPr id="6" name="Picture"/>
          <p:cNvPicPr/>
          <p:nvPr/>
        </p:nvPicPr>
        <p:blipFill>
          <a:blip r:embed="rId5"/>
          <a:stretch>
            <a:fillRect/>
          </a:stretch>
        </p:blipFill>
        <p:spPr>
          <a:xfrm>
            <a:off x="254000" y="6478959"/>
            <a:ext cx="12496800" cy="187618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Lord’s Prayer</a:t>
            </a:r>
          </a:p>
        </p:txBody>
      </p:sp>
      <p:pic>
        <p:nvPicPr>
          <p:cNvPr id="3" name="Picture"/>
          <p:cNvPicPr/>
          <p:nvPr/>
        </p:nvPicPr>
        <p:blipFill>
          <a:blip r:embed="rId2"/>
          <a:stretch>
            <a:fillRect/>
          </a:stretch>
        </p:blipFill>
        <p:spPr>
          <a:xfrm>
            <a:off x="254000" y="900330"/>
            <a:ext cx="12496800" cy="1792982"/>
          </a:xfrm>
          <a:prstGeom prst="rect">
            <a:avLst/>
          </a:prstGeom>
        </p:spPr>
      </p:pic>
      <p:sp>
        <p:nvSpPr>
          <p:cNvPr id="4"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Dale A. Witte</a:t>
            </a:r>
            <a:br/>
            <a:r>
              <a:t>Tune: © 2002 Northwestern Publishing House. Used by permission: OneLicense no. 707551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Prayer for Grace</a:t>
            </a:r>
          </a:p>
        </p:txBody>
      </p:sp>
      <p:sp>
        <p:nvSpPr>
          <p:cNvPr id="3" name="TextBox"/>
          <p:cNvSpPr>
            <a:spLocks noGrp="1"/>
          </p:cNvSpPr>
          <p:nvPr>
            <p:ph type="body" idx="2"/>
          </p:nvPr>
        </p:nvSpPr>
        <p:spPr>
          <a:xfrm>
            <a:off x="254000" y="900330"/>
            <a:ext cx="12496800" cy="5847755"/>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Prayer for Grace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Almighty God, we thank you for teaching us the things you want us to believe and do. Help us by your Holy Spirit to keep your Word in pure hearts that we may be strengthened in faith, guided in holiness, and comforted in life and in death, through Jesus Christ, our Lord, who lives and reigns with you and the Holy Spirit, one God, now and forever.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Single Amen</a:t>
            </a:r>
          </a:p>
        </p:txBody>
      </p:sp>
      <p:pic>
        <p:nvPicPr>
          <p:cNvPr id="3" name="Picture"/>
          <p:cNvPicPr/>
          <p:nvPr/>
        </p:nvPicPr>
        <p:blipFill>
          <a:blip r:embed="rId2"/>
          <a:stretch>
            <a:fillRect/>
          </a:stretch>
        </p:blipFill>
        <p:spPr>
          <a:xfrm>
            <a:off x="254000" y="900330"/>
            <a:ext cx="6053267" cy="14157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Blessing</a:t>
            </a:r>
          </a:p>
        </p:txBody>
      </p:sp>
      <p:sp>
        <p:nvSpPr>
          <p:cNvPr id="3" name="TextBox"/>
          <p:cNvSpPr>
            <a:spLocks noGrp="1"/>
          </p:cNvSpPr>
          <p:nvPr>
            <p:ph type="body" idx="2"/>
          </p:nvPr>
        </p:nvSpPr>
        <p:spPr>
          <a:xfrm>
            <a:off x="254000" y="900330"/>
            <a:ext cx="12496800" cy="5847753"/>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Blessing</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Brothers and sisters, go in peace. Live in harmony with one another. Serve the Lord with gladness.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The Lord bless and keep you.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The Lord make his face shine on you and be gracious to you.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The Lord look on you with favor and </a:t>
            </a:r>
            <a:r>
              <a:rPr b="0" i="0">
                <a:uLnTx/>
                <a:uFillTx/>
                <a:latin typeface="CWSymbol"/>
              </a:rPr>
              <a:t>T</a:t>
            </a:r>
            <a:r>
              <a:t>  give you peace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Amen x3</a:t>
            </a:r>
          </a:p>
        </p:txBody>
      </p:sp>
      <p:pic>
        <p:nvPicPr>
          <p:cNvPr id="3" name="Picture"/>
          <p:cNvPicPr/>
          <p:nvPr/>
        </p:nvPicPr>
        <p:blipFill>
          <a:blip r:embed="rId2"/>
          <a:stretch>
            <a:fillRect/>
          </a:stretch>
        </p:blipFill>
        <p:spPr>
          <a:xfrm>
            <a:off x="254000" y="900330"/>
            <a:ext cx="9863404" cy="134429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621 Praise, My Soul, the King of Heaven</a:t>
            </a:r>
          </a:p>
        </p:txBody>
      </p:sp>
      <p:pic>
        <p:nvPicPr>
          <p:cNvPr id="3" name="Picture"/>
          <p:cNvPicPr/>
          <p:nvPr/>
        </p:nvPicPr>
        <p:blipFill>
          <a:blip r:embed="rId2"/>
          <a:stretch>
            <a:fillRect/>
          </a:stretch>
        </p:blipFill>
        <p:spPr>
          <a:xfrm>
            <a:off x="254000" y="900330"/>
            <a:ext cx="12496800" cy="1547539"/>
          </a:xfrm>
          <a:prstGeom prst="rect">
            <a:avLst/>
          </a:prstGeom>
        </p:spPr>
      </p:pic>
      <p:pic>
        <p:nvPicPr>
          <p:cNvPr id="4" name="Picture"/>
          <p:cNvPicPr/>
          <p:nvPr/>
        </p:nvPicPr>
        <p:blipFill>
          <a:blip r:embed="rId3"/>
          <a:stretch>
            <a:fillRect/>
          </a:stretch>
        </p:blipFill>
        <p:spPr>
          <a:xfrm>
            <a:off x="254000" y="2447869"/>
            <a:ext cx="12496800" cy="1863703"/>
          </a:xfrm>
          <a:prstGeom prst="rect">
            <a:avLst/>
          </a:prstGeom>
        </p:spPr>
      </p:pic>
      <p:pic>
        <p:nvPicPr>
          <p:cNvPr id="5" name="Picture"/>
          <p:cNvPicPr/>
          <p:nvPr/>
        </p:nvPicPr>
        <p:blipFill>
          <a:blip r:embed="rId4"/>
          <a:stretch>
            <a:fillRect/>
          </a:stretch>
        </p:blipFill>
        <p:spPr>
          <a:xfrm>
            <a:off x="254000" y="4311572"/>
            <a:ext cx="12496800" cy="1896984"/>
          </a:xfrm>
          <a:prstGeom prst="rect">
            <a:avLst/>
          </a:prstGeom>
        </p:spPr>
      </p:pic>
      <p:pic>
        <p:nvPicPr>
          <p:cNvPr id="6" name="Picture"/>
          <p:cNvPicPr/>
          <p:nvPr/>
        </p:nvPicPr>
        <p:blipFill>
          <a:blip r:embed="rId5"/>
          <a:stretch>
            <a:fillRect/>
          </a:stretch>
        </p:blipFill>
        <p:spPr>
          <a:xfrm>
            <a:off x="254000" y="6208556"/>
            <a:ext cx="12496800" cy="186786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621 Praise, My Soul, the King of Heaven</a:t>
            </a:r>
          </a:p>
        </p:txBody>
      </p:sp>
      <p:pic>
        <p:nvPicPr>
          <p:cNvPr id="3" name="Picture"/>
          <p:cNvPicPr/>
          <p:nvPr/>
        </p:nvPicPr>
        <p:blipFill>
          <a:blip r:embed="rId2"/>
          <a:stretch>
            <a:fillRect/>
          </a:stretch>
        </p:blipFill>
        <p:spPr>
          <a:xfrm>
            <a:off x="254000" y="900330"/>
            <a:ext cx="12496800" cy="1514259"/>
          </a:xfrm>
          <a:prstGeom prst="rect">
            <a:avLst/>
          </a:prstGeom>
        </p:spPr>
      </p:pic>
      <p:pic>
        <p:nvPicPr>
          <p:cNvPr id="4" name="Picture"/>
          <p:cNvPicPr/>
          <p:nvPr/>
        </p:nvPicPr>
        <p:blipFill>
          <a:blip r:embed="rId3"/>
          <a:stretch>
            <a:fillRect/>
          </a:stretch>
        </p:blipFill>
        <p:spPr>
          <a:xfrm>
            <a:off x="254000" y="2414589"/>
            <a:ext cx="12496800" cy="1834583"/>
          </a:xfrm>
          <a:prstGeom prst="rect">
            <a:avLst/>
          </a:prstGeom>
        </p:spPr>
      </p:pic>
      <p:pic>
        <p:nvPicPr>
          <p:cNvPr id="5" name="Picture"/>
          <p:cNvPicPr/>
          <p:nvPr/>
        </p:nvPicPr>
        <p:blipFill>
          <a:blip r:embed="rId4"/>
          <a:stretch>
            <a:fillRect/>
          </a:stretch>
        </p:blipFill>
        <p:spPr>
          <a:xfrm>
            <a:off x="254000" y="4249172"/>
            <a:ext cx="12496800" cy="1863703"/>
          </a:xfrm>
          <a:prstGeom prst="rect">
            <a:avLst/>
          </a:prstGeom>
        </p:spPr>
      </p:pic>
      <p:pic>
        <p:nvPicPr>
          <p:cNvPr id="6" name="Picture"/>
          <p:cNvPicPr/>
          <p:nvPr/>
        </p:nvPicPr>
        <p:blipFill>
          <a:blip r:embed="rId5"/>
          <a:stretch>
            <a:fillRect/>
          </a:stretch>
        </p:blipFill>
        <p:spPr>
          <a:xfrm>
            <a:off x="254000" y="6112875"/>
            <a:ext cx="12496800" cy="184290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621 Praise, My Soul, the King of Heaven</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1855383"/>
          </a:xfrm>
          <a:prstGeom prst="rect">
            <a:avLst/>
          </a:prstGeom>
        </p:spPr>
      </p:pic>
      <p:pic>
        <p:nvPicPr>
          <p:cNvPr id="5" name="Picture"/>
          <p:cNvPicPr/>
          <p:nvPr/>
        </p:nvPicPr>
        <p:blipFill>
          <a:blip r:embed="rId4"/>
          <a:stretch>
            <a:fillRect/>
          </a:stretch>
        </p:blipFill>
        <p:spPr>
          <a:xfrm>
            <a:off x="254000" y="4274132"/>
            <a:ext cx="12496800" cy="1872023"/>
          </a:xfrm>
          <a:prstGeom prst="rect">
            <a:avLst/>
          </a:prstGeom>
        </p:spPr>
      </p:pic>
      <p:pic>
        <p:nvPicPr>
          <p:cNvPr id="6" name="Picture"/>
          <p:cNvPicPr/>
          <p:nvPr/>
        </p:nvPicPr>
        <p:blipFill>
          <a:blip r:embed="rId5"/>
          <a:stretch>
            <a:fillRect/>
          </a:stretch>
        </p:blipFill>
        <p:spPr>
          <a:xfrm>
            <a:off x="254000" y="6146155"/>
            <a:ext cx="12496800" cy="184706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621 Praise, My Soul, the King of Heaven</a:t>
            </a:r>
          </a:p>
        </p:txBody>
      </p:sp>
      <p:pic>
        <p:nvPicPr>
          <p:cNvPr id="3" name="Picture"/>
          <p:cNvPicPr/>
          <p:nvPr/>
        </p:nvPicPr>
        <p:blipFill>
          <a:blip r:embed="rId2"/>
          <a:stretch>
            <a:fillRect/>
          </a:stretch>
        </p:blipFill>
        <p:spPr>
          <a:xfrm>
            <a:off x="254000" y="900330"/>
            <a:ext cx="12496800" cy="1493459"/>
          </a:xfrm>
          <a:prstGeom prst="rect">
            <a:avLst/>
          </a:prstGeom>
        </p:spPr>
      </p:pic>
      <p:pic>
        <p:nvPicPr>
          <p:cNvPr id="4" name="Picture"/>
          <p:cNvPicPr/>
          <p:nvPr/>
        </p:nvPicPr>
        <p:blipFill>
          <a:blip r:embed="rId3"/>
          <a:stretch>
            <a:fillRect/>
          </a:stretch>
        </p:blipFill>
        <p:spPr>
          <a:xfrm>
            <a:off x="254000" y="2393789"/>
            <a:ext cx="12496800" cy="1788822"/>
          </a:xfrm>
          <a:prstGeom prst="rect">
            <a:avLst/>
          </a:prstGeom>
        </p:spPr>
      </p:pic>
      <p:pic>
        <p:nvPicPr>
          <p:cNvPr id="5" name="Picture"/>
          <p:cNvPicPr/>
          <p:nvPr/>
        </p:nvPicPr>
        <p:blipFill>
          <a:blip r:embed="rId4"/>
          <a:stretch>
            <a:fillRect/>
          </a:stretch>
        </p:blipFill>
        <p:spPr>
          <a:xfrm>
            <a:off x="254000" y="4182611"/>
            <a:ext cx="12496800" cy="1851223"/>
          </a:xfrm>
          <a:prstGeom prst="rect">
            <a:avLst/>
          </a:prstGeom>
        </p:spPr>
      </p:pic>
      <p:pic>
        <p:nvPicPr>
          <p:cNvPr id="6" name="Picture"/>
          <p:cNvPicPr/>
          <p:nvPr/>
        </p:nvPicPr>
        <p:blipFill>
          <a:blip r:embed="rId5"/>
          <a:stretch>
            <a:fillRect/>
          </a:stretch>
        </p:blipFill>
        <p:spPr>
          <a:xfrm>
            <a:off x="254000" y="6033834"/>
            <a:ext cx="12496800" cy="1809623"/>
          </a:xfrm>
          <a:prstGeom prst="rect">
            <a:avLst/>
          </a:prstGeom>
        </p:spPr>
      </p:pic>
      <p:sp>
        <p:nvSpPr>
          <p:cNvPr id="7"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Henry F. Lyte, 1793–1847</a:t>
            </a:r>
            <a:br/>
            <a:r>
              <a:t>Tune: John Goss, 1800–1880</a:t>
            </a:r>
            <a:br/>
            <a:r>
              <a:t>Text and tune: Public domain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Acknowledgments</a:t>
            </a:r>
          </a:p>
        </p:txBody>
      </p:sp>
      <p:sp>
        <p:nvSpPr>
          <p:cNvPr id="3" name="TextBox"/>
          <p:cNvSpPr>
            <a:spLocks noGrp="1"/>
          </p:cNvSpPr>
          <p:nvPr>
            <p:ph type="body" idx="2"/>
          </p:nvPr>
        </p:nvSpPr>
        <p:spPr>
          <a:xfrm>
            <a:off x="254000" y="900330"/>
            <a:ext cx="12496800" cy="3046986"/>
          </a:xfrm>
          <a:prstGeom prst="rect">
            <a:avLst/>
          </a:prstGeom>
        </p:spPr>
        <p:txBody>
          <a:bodyPr/>
          <a:lstStyle/>
          <a:p>
            <a:pPr marL="965200" marR="0" indent="-965200" algn="l">
              <a:lnSpc>
                <a:spcPct val="100000"/>
              </a:lnSpc>
              <a:spcBef>
                <a:spcPts val="0"/>
              </a:spcBef>
              <a:spcAft>
                <a:spcPts val="0"/>
              </a:spcAft>
              <a:buNone/>
              <a:defRPr sz="2200" b="0" i="0" u="none">
                <a:solidFill>
                  <a:srgbClr val="F6F0F0"/>
                </a:solidFill>
                <a:uLnTx/>
                <a:uFillTx/>
                <a:latin typeface="Verdana"/>
              </a:defRPr>
            </a:pPr>
            <a:r>
              <a:t>Unless otherwise noted, Scripture quotations are from the Holy Bible, Evangelical Heritage Version® (EHV®) © 2017 Wartburg Project. All rights reserved. Used by permission.</a:t>
            </a:r>
          </a:p>
          <a:p>
            <a:pPr marL="965200" marR="0" indent="-965200" algn="l">
              <a:lnSpc>
                <a:spcPct val="100000"/>
              </a:lnSpc>
              <a:spcBef>
                <a:spcPts val="0"/>
              </a:spcBef>
              <a:spcAft>
                <a:spcPts val="0"/>
              </a:spcAft>
              <a:buNone/>
              <a:defRPr sz="2200" b="0" i="0" u="none">
                <a:solidFill>
                  <a:srgbClr val="F6F0F0"/>
                </a:solidFill>
                <a:uLnTx/>
                <a:uFillTx/>
                <a:latin typeface="Verdana"/>
              </a:defRPr>
            </a:pPr>
            <a:r>
              <a:t>Liturgical and musical settings of Scripture based on text from The Holy Bible, New International Version®, NIV®. Copyright © 1973, 1978, 1984, 2011 by Biblica, Inc.</a:t>
            </a:r>
            <a:r>
              <a:rPr baseline="25000"/>
              <a:t>TM</a:t>
            </a:r>
            <a:r>
              <a:t> Used by permission of Zondervan. All rights reserved worldwide.</a:t>
            </a:r>
          </a:p>
          <a:p>
            <a:pPr marL="965200" marR="0" indent="-965200" algn="l">
              <a:lnSpc>
                <a:spcPct val="100000"/>
              </a:lnSpc>
              <a:spcBef>
                <a:spcPts val="0"/>
              </a:spcBef>
              <a:spcAft>
                <a:spcPts val="0"/>
              </a:spcAft>
              <a:buNone/>
              <a:defRPr sz="2200" b="0" i="0" u="none">
                <a:solidFill>
                  <a:srgbClr val="F6F0F0"/>
                </a:solidFill>
                <a:uLnTx/>
                <a:uFillTx/>
                <a:latin typeface="Verdana"/>
              </a:defRPr>
            </a:pPr>
            <a:r>
              <a:t>Software distributed in partnership with Northwestern Publishing House.</a:t>
            </a:r>
          </a:p>
          <a:p>
            <a:pPr marL="965200" marR="0" indent="-965200" algn="l">
              <a:lnSpc>
                <a:spcPct val="100000"/>
              </a:lnSpc>
              <a:spcBef>
                <a:spcPts val="0"/>
              </a:spcBef>
              <a:spcAft>
                <a:spcPts val="0"/>
              </a:spcAft>
              <a:buNone/>
              <a:defRPr sz="2200" b="0" i="0" u="none">
                <a:solidFill>
                  <a:srgbClr val="F6F0F0"/>
                </a:solidFill>
                <a:uLnTx/>
                <a:uFillTx/>
                <a:latin typeface="Verdana"/>
              </a:defRPr>
            </a:pPr>
            <a:r>
              <a:t>Created by Christian Worship: Service Builder © 2026 Concordia Publishing House.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411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noFill/>
        <a:noFill/>
        <a:noFill/>
      </a:fillStyleLst>
      <a:lnStyleLst>
        <a:ln/>
        <a:ln/>
        <a:ln/>
      </a:lnStyleLst>
      <a:effectStyleLst>
        <a:effectStyle>
          <a:effectLst/>
        </a:effectStyle>
        <a:effectStyle>
          <a:effectLst/>
        </a:effectStyle>
        <a:effectStyle>
          <a:effectLst/>
        </a:effectStyle>
      </a:effectStyleLst>
      <a:bgFillStyleLst>
        <a:noFill/>
        <a:noFill/>
        <a:no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749</TotalTime>
  <Words>2341</Words>
  <Application>Microsoft Macintosh PowerPoint</Application>
  <PresentationFormat>Custom</PresentationFormat>
  <Paragraphs>152</Paragraphs>
  <Slides>66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CWSymbol</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James Free</cp:lastModifiedBy>
  <cp:revision>5</cp:revision>
  <dcterms:modified xsi:type="dcterms:W3CDTF">2026-09-16T21:41:59Z</dcterms:modified>
</cp:coreProperties>
</file>